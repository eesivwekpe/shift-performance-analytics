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96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72" r:id="rId11"/>
    <p:sldId id="270" r:id="rId12"/>
    <p:sldId id="273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1012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SIVWEKPE EFEMINI" userId="010064504aa25993" providerId="LiveId" clId="{6808D817-3A86-43A4-B1EF-3862B23AE055}"/>
    <pc:docChg chg="undo custSel addSld delSld modSld">
      <pc:chgData name="ESIVWEKPE EFEMINI" userId="010064504aa25993" providerId="LiveId" clId="{6808D817-3A86-43A4-B1EF-3862B23AE055}" dt="2026-01-29T18:35:28.990" v="1169" actId="14100"/>
      <pc:docMkLst>
        <pc:docMk/>
      </pc:docMkLst>
      <pc:sldChg chg="addSp delSp modSp mod setBg delAnim modAnim setClrOvrMap delDesignElem">
        <pc:chgData name="ESIVWEKPE EFEMINI" userId="010064504aa25993" providerId="LiveId" clId="{6808D817-3A86-43A4-B1EF-3862B23AE055}" dt="2026-01-02T13:18:11.387" v="926" actId="14100"/>
        <pc:sldMkLst>
          <pc:docMk/>
          <pc:sldMk cId="0" sldId="256"/>
        </pc:sldMkLst>
        <pc:spChg chg="mod">
          <ac:chgData name="ESIVWEKPE EFEMINI" userId="010064504aa25993" providerId="LiveId" clId="{6808D817-3A86-43A4-B1EF-3862B23AE055}" dt="2026-01-02T13:18:06.203" v="925" actId="255"/>
          <ac:spMkLst>
            <pc:docMk/>
            <pc:sldMk cId="0" sldId="256"/>
            <ac:spMk id="2" creationId="{00000000-0000-0000-0000-000000000000}"/>
          </ac:spMkLst>
        </pc:spChg>
        <pc:spChg chg="add mod">
          <ac:chgData name="ESIVWEKPE EFEMINI" userId="010064504aa25993" providerId="LiveId" clId="{6808D817-3A86-43A4-B1EF-3862B23AE055}" dt="2026-01-02T13:18:11.387" v="926" actId="14100"/>
          <ac:spMkLst>
            <pc:docMk/>
            <pc:sldMk cId="0" sldId="256"/>
            <ac:spMk id="21" creationId="{4A32688C-4439-CC6A-A5C8-2D88E7C9B593}"/>
          </ac:spMkLst>
        </pc:spChg>
        <pc:picChg chg="add mod ord">
          <ac:chgData name="ESIVWEKPE EFEMINI" userId="010064504aa25993" providerId="LiveId" clId="{6808D817-3A86-43A4-B1EF-3862B23AE055}" dt="2025-12-30T16:31:08.886" v="300" actId="26606"/>
          <ac:picMkLst>
            <pc:docMk/>
            <pc:sldMk cId="0" sldId="256"/>
            <ac:picMk id="25" creationId="{782E3060-FC28-7BA5-E08D-3422456B6FE5}"/>
          </ac:picMkLst>
        </pc:picChg>
      </pc:sldChg>
      <pc:sldChg chg="addSp delSp modSp mod setBg setClrOvrMap delDesignElem">
        <pc:chgData name="ESIVWEKPE EFEMINI" userId="010064504aa25993" providerId="LiveId" clId="{6808D817-3A86-43A4-B1EF-3862B23AE055}" dt="2026-01-02T13:00:49.214" v="828" actId="27636"/>
        <pc:sldMkLst>
          <pc:docMk/>
          <pc:sldMk cId="0" sldId="257"/>
        </pc:sldMkLst>
        <pc:spChg chg="mod">
          <ac:chgData name="ESIVWEKPE EFEMINI" userId="010064504aa25993" providerId="LiveId" clId="{6808D817-3A86-43A4-B1EF-3862B23AE055}" dt="2025-12-30T16:35:07.658" v="334" actId="26606"/>
          <ac:spMkLst>
            <pc:docMk/>
            <pc:sldMk cId="0" sldId="257"/>
            <ac:spMk id="2" creationId="{00000000-0000-0000-0000-000000000000}"/>
          </ac:spMkLst>
        </pc:spChg>
        <pc:spChg chg="add del mod">
          <ac:chgData name="ESIVWEKPE EFEMINI" userId="010064504aa25993" providerId="LiveId" clId="{6808D817-3A86-43A4-B1EF-3862B23AE055}" dt="2026-01-02T13:00:49.214" v="828" actId="27636"/>
          <ac:spMkLst>
            <pc:docMk/>
            <pc:sldMk cId="0" sldId="257"/>
            <ac:spMk id="3" creationId="{00000000-0000-0000-0000-000000000000}"/>
          </ac:spMkLst>
        </pc:spChg>
        <pc:picChg chg="mod">
          <ac:chgData name="ESIVWEKPE EFEMINI" userId="010064504aa25993" providerId="LiveId" clId="{6808D817-3A86-43A4-B1EF-3862B23AE055}" dt="2025-12-30T16:35:07.658" v="334" actId="26606"/>
          <ac:picMkLst>
            <pc:docMk/>
            <pc:sldMk cId="0" sldId="257"/>
            <ac:picMk id="5" creationId="{19547068-6F01-9C7F-8208-18EB26414CDA}"/>
          </ac:picMkLst>
        </pc:picChg>
      </pc:sldChg>
      <pc:sldChg chg="addSp delSp modSp mod setBg delDesignElem">
        <pc:chgData name="ESIVWEKPE EFEMINI" userId="010064504aa25993" providerId="LiveId" clId="{6808D817-3A86-43A4-B1EF-3862B23AE055}" dt="2026-01-29T18:35:28.990" v="1169" actId="14100"/>
        <pc:sldMkLst>
          <pc:docMk/>
          <pc:sldMk cId="0" sldId="258"/>
        </pc:sldMkLst>
        <pc:spChg chg="mod">
          <ac:chgData name="ESIVWEKPE EFEMINI" userId="010064504aa25993" providerId="LiveId" clId="{6808D817-3A86-43A4-B1EF-3862B23AE055}" dt="2026-01-29T18:35:28.990" v="1169" actId="14100"/>
          <ac:spMkLst>
            <pc:docMk/>
            <pc:sldMk cId="0" sldId="258"/>
            <ac:spMk id="2" creationId="{00000000-0000-0000-0000-000000000000}"/>
          </ac:spMkLst>
        </pc:spChg>
        <pc:graphicFrameChg chg="add mod">
          <ac:chgData name="ESIVWEKPE EFEMINI" userId="010064504aa25993" providerId="LiveId" clId="{6808D817-3A86-43A4-B1EF-3862B23AE055}" dt="2025-12-30T16:47:45.246" v="398" actId="2711"/>
          <ac:graphicFrameMkLst>
            <pc:docMk/>
            <pc:sldMk cId="0" sldId="258"/>
            <ac:graphicFrameMk id="6" creationId="{8B628A9A-38AE-7B4F-598E-B32076AC0B10}"/>
          </ac:graphicFrameMkLst>
        </pc:graphicFrameChg>
      </pc:sldChg>
      <pc:sldChg chg="addSp modSp mod setBg">
        <pc:chgData name="ESIVWEKPE EFEMINI" userId="010064504aa25993" providerId="LiveId" clId="{6808D817-3A86-43A4-B1EF-3862B23AE055}" dt="2026-01-03T08:08:38.393" v="1167" actId="113"/>
        <pc:sldMkLst>
          <pc:docMk/>
          <pc:sldMk cId="0" sldId="259"/>
        </pc:sldMkLst>
        <pc:spChg chg="mod">
          <ac:chgData name="ESIVWEKPE EFEMINI" userId="010064504aa25993" providerId="LiveId" clId="{6808D817-3A86-43A4-B1EF-3862B23AE055}" dt="2025-12-30T16:48:02.005" v="400" actId="27636"/>
          <ac:spMkLst>
            <pc:docMk/>
            <pc:sldMk cId="0" sldId="259"/>
            <ac:spMk id="2" creationId="{00000000-0000-0000-0000-000000000000}"/>
          </ac:spMkLst>
        </pc:spChg>
        <pc:spChg chg="mod">
          <ac:chgData name="ESIVWEKPE EFEMINI" userId="010064504aa25993" providerId="LiveId" clId="{6808D817-3A86-43A4-B1EF-3862B23AE055}" dt="2026-01-03T08:08:38.393" v="1167" actId="113"/>
          <ac:spMkLst>
            <pc:docMk/>
            <pc:sldMk cId="0" sldId="259"/>
            <ac:spMk id="3" creationId="{00000000-0000-0000-0000-000000000000}"/>
          </ac:spMkLst>
        </pc:spChg>
        <pc:picChg chg="add">
          <ac:chgData name="ESIVWEKPE EFEMINI" userId="010064504aa25993" providerId="LiveId" clId="{6808D817-3A86-43A4-B1EF-3862B23AE055}" dt="2025-12-30T16:46:24.193" v="391" actId="26606"/>
          <ac:picMkLst>
            <pc:docMk/>
            <pc:sldMk cId="0" sldId="259"/>
            <ac:picMk id="7" creationId="{791F2309-E13F-3300-0FF2-B4EB6985C79D}"/>
          </ac:picMkLst>
        </pc:picChg>
      </pc:sldChg>
      <pc:sldChg chg="addSp delSp modSp mod setBg setClrOvrMap delDesignElem">
        <pc:chgData name="ESIVWEKPE EFEMINI" userId="010064504aa25993" providerId="LiveId" clId="{6808D817-3A86-43A4-B1EF-3862B23AE055}" dt="2026-01-03T08:08:04.121" v="1160" actId="2711"/>
        <pc:sldMkLst>
          <pc:docMk/>
          <pc:sldMk cId="0" sldId="260"/>
        </pc:sldMkLst>
        <pc:spChg chg="mod">
          <ac:chgData name="ESIVWEKPE EFEMINI" userId="010064504aa25993" providerId="LiveId" clId="{6808D817-3A86-43A4-B1EF-3862B23AE055}" dt="2026-01-03T08:08:04.121" v="1160" actId="2711"/>
          <ac:spMkLst>
            <pc:docMk/>
            <pc:sldMk cId="0" sldId="260"/>
            <ac:spMk id="2" creationId="{00000000-0000-0000-0000-000000000000}"/>
          </ac:spMkLst>
        </pc:spChg>
        <pc:spChg chg="mod">
          <ac:chgData name="ESIVWEKPE EFEMINI" userId="010064504aa25993" providerId="LiveId" clId="{6808D817-3A86-43A4-B1EF-3862B23AE055}" dt="2026-01-03T08:07:42.751" v="1157" actId="14100"/>
          <ac:spMkLst>
            <pc:docMk/>
            <pc:sldMk cId="0" sldId="260"/>
            <ac:spMk id="3" creationId="{00000000-0000-0000-0000-000000000000}"/>
          </ac:spMkLst>
        </pc:spChg>
        <pc:picChg chg="add">
          <ac:chgData name="ESIVWEKPE EFEMINI" userId="010064504aa25993" providerId="LiveId" clId="{6808D817-3A86-43A4-B1EF-3862B23AE055}" dt="2026-01-02T11:31:14.443" v="431" actId="26606"/>
          <ac:picMkLst>
            <pc:docMk/>
            <pc:sldMk cId="0" sldId="260"/>
            <ac:picMk id="5" creationId="{07A58028-B587-53C5-E34D-AF1992FE7B82}"/>
          </ac:picMkLst>
        </pc:picChg>
      </pc:sldChg>
      <pc:sldChg chg="addSp delSp modSp mod setBg delDesignElem">
        <pc:chgData name="ESIVWEKPE EFEMINI" userId="010064504aa25993" providerId="LiveId" clId="{6808D817-3A86-43A4-B1EF-3862B23AE055}" dt="2026-01-03T08:08:12.705" v="1161" actId="2711"/>
        <pc:sldMkLst>
          <pc:docMk/>
          <pc:sldMk cId="0" sldId="261"/>
        </pc:sldMkLst>
        <pc:spChg chg="mod">
          <ac:chgData name="ESIVWEKPE EFEMINI" userId="010064504aa25993" providerId="LiveId" clId="{6808D817-3A86-43A4-B1EF-3862B23AE055}" dt="2026-01-03T08:08:12.705" v="1161" actId="2711"/>
          <ac:spMkLst>
            <pc:docMk/>
            <pc:sldMk cId="0" sldId="261"/>
            <ac:spMk id="2" creationId="{00000000-0000-0000-0000-000000000000}"/>
          </ac:spMkLst>
        </pc:spChg>
        <pc:spChg chg="mod">
          <ac:chgData name="ESIVWEKPE EFEMINI" userId="010064504aa25993" providerId="LiveId" clId="{6808D817-3A86-43A4-B1EF-3862B23AE055}" dt="2026-01-03T08:07:24.076" v="1155" actId="14100"/>
          <ac:spMkLst>
            <pc:docMk/>
            <pc:sldMk cId="0" sldId="261"/>
            <ac:spMk id="3" creationId="{00000000-0000-0000-0000-000000000000}"/>
          </ac:spMkLst>
        </pc:spChg>
        <pc:spChg chg="add mod ord">
          <ac:chgData name="ESIVWEKPE EFEMINI" userId="010064504aa25993" providerId="LiveId" clId="{6808D817-3A86-43A4-B1EF-3862B23AE055}" dt="2026-01-02T13:55:05.493" v="1055" actId="26606"/>
          <ac:spMkLst>
            <pc:docMk/>
            <pc:sldMk cId="0" sldId="261"/>
            <ac:spMk id="4" creationId="{884BB969-6509-1BA1-E7C4-59742EA5D46F}"/>
          </ac:spMkLst>
        </pc:spChg>
        <pc:spChg chg="add mod">
          <ac:chgData name="ESIVWEKPE EFEMINI" userId="010064504aa25993" providerId="LiveId" clId="{6808D817-3A86-43A4-B1EF-3862B23AE055}" dt="2026-01-03T08:07:34.062" v="1156" actId="207"/>
          <ac:spMkLst>
            <pc:docMk/>
            <pc:sldMk cId="0" sldId="261"/>
            <ac:spMk id="5" creationId="{861F5262-869F-178E-30F3-097F0CBA1A8A}"/>
          </ac:spMkLst>
        </pc:spChg>
        <pc:spChg chg="add">
          <ac:chgData name="ESIVWEKPE EFEMINI" userId="010064504aa25993" providerId="LiveId" clId="{6808D817-3A86-43A4-B1EF-3862B23AE055}" dt="2026-01-02T13:55:05.493" v="1055" actId="26606"/>
          <ac:spMkLst>
            <pc:docMk/>
            <pc:sldMk cId="0" sldId="261"/>
            <ac:spMk id="10" creationId="{E35A04CF-97D4-4FF7-B359-C546B1F62E54}"/>
          </ac:spMkLst>
        </pc:spChg>
        <pc:spChg chg="add">
          <ac:chgData name="ESIVWEKPE EFEMINI" userId="010064504aa25993" providerId="LiveId" clId="{6808D817-3A86-43A4-B1EF-3862B23AE055}" dt="2026-01-02T13:55:05.493" v="1055" actId="26606"/>
          <ac:spMkLst>
            <pc:docMk/>
            <pc:sldMk cId="0" sldId="261"/>
            <ac:spMk id="12" creationId="{1DE7243B-5109-444B-8FAF-7437C66BC0E9}"/>
          </ac:spMkLst>
        </pc:spChg>
        <pc:spChg chg="add">
          <ac:chgData name="ESIVWEKPE EFEMINI" userId="010064504aa25993" providerId="LiveId" clId="{6808D817-3A86-43A4-B1EF-3862B23AE055}" dt="2026-01-02T13:55:05.493" v="1055" actId="26606"/>
          <ac:spMkLst>
            <pc:docMk/>
            <pc:sldMk cId="0" sldId="261"/>
            <ac:spMk id="14" creationId="{4C5D6221-DA7B-4611-AA26-7D8E349FDE96}"/>
          </ac:spMkLst>
        </pc:spChg>
      </pc:sldChg>
      <pc:sldChg chg="addSp delSp modSp mod setBg delDesignElem">
        <pc:chgData name="ESIVWEKPE EFEMINI" userId="010064504aa25993" providerId="LiveId" clId="{6808D817-3A86-43A4-B1EF-3862B23AE055}" dt="2026-01-02T14:01:34.704" v="1121" actId="255"/>
        <pc:sldMkLst>
          <pc:docMk/>
          <pc:sldMk cId="0" sldId="262"/>
        </pc:sldMkLst>
        <pc:spChg chg="mod">
          <ac:chgData name="ESIVWEKPE EFEMINI" userId="010064504aa25993" providerId="LiveId" clId="{6808D817-3A86-43A4-B1EF-3862B23AE055}" dt="2026-01-02T14:00:11.272" v="1104" actId="14100"/>
          <ac:spMkLst>
            <pc:docMk/>
            <pc:sldMk cId="0" sldId="262"/>
            <ac:spMk id="2" creationId="{00000000-0000-0000-0000-000000000000}"/>
          </ac:spMkLst>
        </pc:spChg>
        <pc:spChg chg="add mod">
          <ac:chgData name="ESIVWEKPE EFEMINI" userId="010064504aa25993" providerId="LiveId" clId="{6808D817-3A86-43A4-B1EF-3862B23AE055}" dt="2026-01-02T14:01:34.704" v="1121" actId="255"/>
          <ac:spMkLst>
            <pc:docMk/>
            <pc:sldMk cId="0" sldId="262"/>
            <ac:spMk id="5" creationId="{8C31B717-7C7A-194E-0629-DF2AF8030707}"/>
          </ac:spMkLst>
        </pc:spChg>
        <pc:spChg chg="add">
          <ac:chgData name="ESIVWEKPE EFEMINI" userId="010064504aa25993" providerId="LiveId" clId="{6808D817-3A86-43A4-B1EF-3862B23AE055}" dt="2026-01-02T13:59:33.974" v="1095" actId="26606"/>
          <ac:spMkLst>
            <pc:docMk/>
            <pc:sldMk cId="0" sldId="262"/>
            <ac:spMk id="59" creationId="{12609869-9E80-471B-A487-A53288E0E791}"/>
          </ac:spMkLst>
        </pc:spChg>
        <pc:spChg chg="add">
          <ac:chgData name="ESIVWEKPE EFEMINI" userId="010064504aa25993" providerId="LiveId" clId="{6808D817-3A86-43A4-B1EF-3862B23AE055}" dt="2026-01-02T13:59:33.974" v="1095" actId="26606"/>
          <ac:spMkLst>
            <pc:docMk/>
            <pc:sldMk cId="0" sldId="262"/>
            <ac:spMk id="61" creationId="{7004738A-9D34-43E8-97D2-CA0EED4F8BE0}"/>
          </ac:spMkLst>
        </pc:spChg>
        <pc:spChg chg="add">
          <ac:chgData name="ESIVWEKPE EFEMINI" userId="010064504aa25993" providerId="LiveId" clId="{6808D817-3A86-43A4-B1EF-3862B23AE055}" dt="2026-01-02T13:59:33.974" v="1095" actId="26606"/>
          <ac:spMkLst>
            <pc:docMk/>
            <pc:sldMk cId="0" sldId="262"/>
            <ac:spMk id="63" creationId="{B8B8D07F-F13E-443E-BA68-2D26672D76B9}"/>
          </ac:spMkLst>
        </pc:spChg>
        <pc:spChg chg="add">
          <ac:chgData name="ESIVWEKPE EFEMINI" userId="010064504aa25993" providerId="LiveId" clId="{6808D817-3A86-43A4-B1EF-3862B23AE055}" dt="2026-01-02T13:59:33.974" v="1095" actId="26606"/>
          <ac:spMkLst>
            <pc:docMk/>
            <pc:sldMk cId="0" sldId="262"/>
            <ac:spMk id="65" creationId="{2813A4FA-24A5-41ED-A534-3807D1B2F344}"/>
          </ac:spMkLst>
        </pc:spChg>
        <pc:spChg chg="add">
          <ac:chgData name="ESIVWEKPE EFEMINI" userId="010064504aa25993" providerId="LiveId" clId="{6808D817-3A86-43A4-B1EF-3862B23AE055}" dt="2026-01-02T13:59:33.974" v="1095" actId="26606"/>
          <ac:spMkLst>
            <pc:docMk/>
            <pc:sldMk cId="0" sldId="262"/>
            <ac:spMk id="67" creationId="{C3944F27-CA70-4E84-A51A-E6BF89558979}"/>
          </ac:spMkLst>
        </pc:spChg>
        <pc:graphicFrameChg chg="add mod ord modGraphic">
          <ac:chgData name="ESIVWEKPE EFEMINI" userId="010064504aa25993" providerId="LiveId" clId="{6808D817-3A86-43A4-B1EF-3862B23AE055}" dt="2026-01-02T13:59:45.272" v="1098" actId="14100"/>
          <ac:graphicFrameMkLst>
            <pc:docMk/>
            <pc:sldMk cId="0" sldId="262"/>
            <ac:graphicFrameMk id="4" creationId="{4A6F97D3-F2D7-89EB-D2A5-D4D04DCE7C2A}"/>
          </ac:graphicFrameMkLst>
        </pc:graphicFrameChg>
      </pc:sldChg>
      <pc:sldChg chg="addSp delSp modSp mod setBg delDesignElem">
        <pc:chgData name="ESIVWEKPE EFEMINI" userId="010064504aa25993" providerId="LiveId" clId="{6808D817-3A86-43A4-B1EF-3862B23AE055}" dt="2026-01-02T12:59:42.677" v="806" actId="14100"/>
        <pc:sldMkLst>
          <pc:docMk/>
          <pc:sldMk cId="0" sldId="263"/>
        </pc:sldMkLst>
        <pc:spChg chg="mod">
          <ac:chgData name="ESIVWEKPE EFEMINI" userId="010064504aa25993" providerId="LiveId" clId="{6808D817-3A86-43A4-B1EF-3862B23AE055}" dt="2026-01-02T12:30:39.213" v="574" actId="26606"/>
          <ac:spMkLst>
            <pc:docMk/>
            <pc:sldMk cId="0" sldId="263"/>
            <ac:spMk id="2" creationId="{00000000-0000-0000-0000-000000000000}"/>
          </ac:spMkLst>
        </pc:spChg>
        <pc:spChg chg="add del mod">
          <ac:chgData name="ESIVWEKPE EFEMINI" userId="010064504aa25993" providerId="LiveId" clId="{6808D817-3A86-43A4-B1EF-3862B23AE055}" dt="2026-01-02T12:34:59.653" v="600" actId="47"/>
          <ac:spMkLst>
            <pc:docMk/>
            <pc:sldMk cId="0" sldId="263"/>
            <ac:spMk id="6" creationId="{1B728B4B-5937-3ECB-390F-AA54C6E87B63}"/>
          </ac:spMkLst>
        </pc:spChg>
        <pc:spChg chg="add del mod">
          <ac:chgData name="ESIVWEKPE EFEMINI" userId="010064504aa25993" providerId="LiveId" clId="{6808D817-3A86-43A4-B1EF-3862B23AE055}" dt="2026-01-02T12:34:58.993" v="599" actId="47"/>
          <ac:spMkLst>
            <pc:docMk/>
            <pc:sldMk cId="0" sldId="263"/>
            <ac:spMk id="7" creationId="{FBC6D265-30F8-F289-ACF6-B9BC06FD0D51}"/>
          </ac:spMkLst>
        </pc:spChg>
        <pc:spChg chg="add mod">
          <ac:chgData name="ESIVWEKPE EFEMINI" userId="010064504aa25993" providerId="LiveId" clId="{6808D817-3A86-43A4-B1EF-3862B23AE055}" dt="2026-01-02T12:41:21.750" v="629" actId="1076"/>
          <ac:spMkLst>
            <pc:docMk/>
            <pc:sldMk cId="0" sldId="263"/>
            <ac:spMk id="13" creationId="{8BE37030-FF1F-00E8-8583-85DC591CDED1}"/>
          </ac:spMkLst>
        </pc:spChg>
        <pc:spChg chg="add mod">
          <ac:chgData name="ESIVWEKPE EFEMINI" userId="010064504aa25993" providerId="LiveId" clId="{6808D817-3A86-43A4-B1EF-3862B23AE055}" dt="2026-01-02T12:37:39.100" v="613" actId="13822"/>
          <ac:spMkLst>
            <pc:docMk/>
            <pc:sldMk cId="0" sldId="263"/>
            <ac:spMk id="15" creationId="{526D0C2F-5AD5-4735-AA8B-38FDFE750302}"/>
          </ac:spMkLst>
        </pc:spChg>
        <pc:spChg chg="add mod">
          <ac:chgData name="ESIVWEKPE EFEMINI" userId="010064504aa25993" providerId="LiveId" clId="{6808D817-3A86-43A4-B1EF-3862B23AE055}" dt="2026-01-02T12:37:37.183" v="612" actId="13822"/>
          <ac:spMkLst>
            <pc:docMk/>
            <pc:sldMk cId="0" sldId="263"/>
            <ac:spMk id="17" creationId="{F00F6E95-366B-FF80-CE4B-7998AE4CCE3C}"/>
          </ac:spMkLst>
        </pc:spChg>
        <pc:spChg chg="add mod">
          <ac:chgData name="ESIVWEKPE EFEMINI" userId="010064504aa25993" providerId="LiveId" clId="{6808D817-3A86-43A4-B1EF-3862B23AE055}" dt="2026-01-02T12:59:42.677" v="806" actId="14100"/>
          <ac:spMkLst>
            <pc:docMk/>
            <pc:sldMk cId="0" sldId="263"/>
            <ac:spMk id="19" creationId="{F46D0BE3-C63F-9E62-2FAF-FF412BE40378}"/>
          </ac:spMkLst>
        </pc:spChg>
        <pc:spChg chg="add mod">
          <ac:chgData name="ESIVWEKPE EFEMINI" userId="010064504aa25993" providerId="LiveId" clId="{6808D817-3A86-43A4-B1EF-3862B23AE055}" dt="2026-01-02T12:59:27.738" v="805" actId="20577"/>
          <ac:spMkLst>
            <pc:docMk/>
            <pc:sldMk cId="0" sldId="263"/>
            <ac:spMk id="20" creationId="{72096D17-59E8-2CFD-F7F1-288ED47DBC40}"/>
          </ac:spMkLst>
        </pc:spChg>
        <pc:spChg chg="add mod">
          <ac:chgData name="ESIVWEKPE EFEMINI" userId="010064504aa25993" providerId="LiveId" clId="{6808D817-3A86-43A4-B1EF-3862B23AE055}" dt="2026-01-02T12:55:25.885" v="753" actId="20577"/>
          <ac:spMkLst>
            <pc:docMk/>
            <pc:sldMk cId="0" sldId="263"/>
            <ac:spMk id="21" creationId="{B5850348-C24C-290B-C8E4-575A5DE54149}"/>
          </ac:spMkLst>
        </pc:spChg>
        <pc:spChg chg="add mod">
          <ac:chgData name="ESIVWEKPE EFEMINI" userId="010064504aa25993" providerId="LiveId" clId="{6808D817-3A86-43A4-B1EF-3862B23AE055}" dt="2026-01-02T12:58:57.227" v="782" actId="20577"/>
          <ac:spMkLst>
            <pc:docMk/>
            <pc:sldMk cId="0" sldId="263"/>
            <ac:spMk id="22" creationId="{9F86D240-D429-7595-3826-70B6BD2150DC}"/>
          </ac:spMkLst>
        </pc:spChg>
        <pc:picChg chg="add mod">
          <ac:chgData name="ESIVWEKPE EFEMINI" userId="010064504aa25993" providerId="LiveId" clId="{6808D817-3A86-43A4-B1EF-3862B23AE055}" dt="2026-01-02T12:52:10.423" v="708" actId="14100"/>
          <ac:picMkLst>
            <pc:docMk/>
            <pc:sldMk cId="0" sldId="263"/>
            <ac:picMk id="25" creationId="{5DF04F5E-47BA-5387-8C80-D327782B9E6E}"/>
          </ac:picMkLst>
        </pc:picChg>
        <pc:picChg chg="add mod">
          <ac:chgData name="ESIVWEKPE EFEMINI" userId="010064504aa25993" providerId="LiveId" clId="{6808D817-3A86-43A4-B1EF-3862B23AE055}" dt="2026-01-02T12:55:20.748" v="751" actId="1076"/>
          <ac:picMkLst>
            <pc:docMk/>
            <pc:sldMk cId="0" sldId="263"/>
            <ac:picMk id="27" creationId="{8CD5F688-8239-2534-CCA4-30D9E0E01C8B}"/>
          </ac:picMkLst>
        </pc:picChg>
        <pc:picChg chg="add mod">
          <ac:chgData name="ESIVWEKPE EFEMINI" userId="010064504aa25993" providerId="LiveId" clId="{6808D817-3A86-43A4-B1EF-3862B23AE055}" dt="2026-01-02T12:59:11.864" v="783" actId="1076"/>
          <ac:picMkLst>
            <pc:docMk/>
            <pc:sldMk cId="0" sldId="263"/>
            <ac:picMk id="29" creationId="{CBE23852-407B-8470-C027-7826510B4B2A}"/>
          </ac:picMkLst>
        </pc:picChg>
      </pc:sldChg>
      <pc:sldChg chg="addSp delSp modSp mod setBg">
        <pc:chgData name="ESIVWEKPE EFEMINI" userId="010064504aa25993" providerId="LiveId" clId="{6808D817-3A86-43A4-B1EF-3862B23AE055}" dt="2026-01-02T13:14:57.029" v="907" actId="113"/>
        <pc:sldMkLst>
          <pc:docMk/>
          <pc:sldMk cId="0" sldId="267"/>
        </pc:sldMkLst>
        <pc:spChg chg="mod">
          <ac:chgData name="ESIVWEKPE EFEMINI" userId="010064504aa25993" providerId="LiveId" clId="{6808D817-3A86-43A4-B1EF-3862B23AE055}" dt="2026-01-02T13:14:41.737" v="902" actId="14100"/>
          <ac:spMkLst>
            <pc:docMk/>
            <pc:sldMk cId="0" sldId="267"/>
            <ac:spMk id="2" creationId="{00000000-0000-0000-0000-000000000000}"/>
          </ac:spMkLst>
        </pc:spChg>
        <pc:spChg chg="mod">
          <ac:chgData name="ESIVWEKPE EFEMINI" userId="010064504aa25993" providerId="LiveId" clId="{6808D817-3A86-43A4-B1EF-3862B23AE055}" dt="2026-01-02T13:14:57.029" v="907" actId="113"/>
          <ac:spMkLst>
            <pc:docMk/>
            <pc:sldMk cId="0" sldId="267"/>
            <ac:spMk id="3" creationId="{00000000-0000-0000-0000-000000000000}"/>
          </ac:spMkLst>
        </pc:spChg>
        <pc:picChg chg="add mod">
          <ac:chgData name="ESIVWEKPE EFEMINI" userId="010064504aa25993" providerId="LiveId" clId="{6808D817-3A86-43A4-B1EF-3862B23AE055}" dt="2026-01-02T13:14:33.142" v="899" actId="14100"/>
          <ac:picMkLst>
            <pc:docMk/>
            <pc:sldMk cId="0" sldId="267"/>
            <ac:picMk id="13" creationId="{97D12766-7964-B0C1-34D1-09EC3E7B3FBC}"/>
          </ac:picMkLst>
        </pc:picChg>
        <pc:cxnChg chg="add">
          <ac:chgData name="ESIVWEKPE EFEMINI" userId="010064504aa25993" providerId="LiveId" clId="{6808D817-3A86-43A4-B1EF-3862B23AE055}" dt="2026-01-02T13:13:38.500" v="884" actId="26606"/>
          <ac:cxnSpMkLst>
            <pc:docMk/>
            <pc:sldMk cId="0" sldId="267"/>
            <ac:cxnSpMk id="14" creationId="{1503BFE4-729B-D9D0-C17B-501E6AF1127A}"/>
          </ac:cxnSpMkLst>
        </pc:cxnChg>
      </pc:sldChg>
      <pc:sldChg chg="addSp modSp mod setBg">
        <pc:chgData name="ESIVWEKPE EFEMINI" userId="010064504aa25993" providerId="LiveId" clId="{6808D817-3A86-43A4-B1EF-3862B23AE055}" dt="2026-01-02T13:57:28.816" v="1082" actId="14100"/>
        <pc:sldMkLst>
          <pc:docMk/>
          <pc:sldMk cId="0" sldId="270"/>
        </pc:sldMkLst>
        <pc:spChg chg="mod">
          <ac:chgData name="ESIVWEKPE EFEMINI" userId="010064504aa25993" providerId="LiveId" clId="{6808D817-3A86-43A4-B1EF-3862B23AE055}" dt="2026-01-02T13:57:28.816" v="1082" actId="14100"/>
          <ac:spMkLst>
            <pc:docMk/>
            <pc:sldMk cId="0" sldId="270"/>
            <ac:spMk id="2" creationId="{00000000-0000-0000-0000-000000000000}"/>
          </ac:spMkLst>
        </pc:spChg>
        <pc:spChg chg="mod">
          <ac:chgData name="ESIVWEKPE EFEMINI" userId="010064504aa25993" providerId="LiveId" clId="{6808D817-3A86-43A4-B1EF-3862B23AE055}" dt="2026-01-02T13:57:20.538" v="1080" actId="255"/>
          <ac:spMkLst>
            <pc:docMk/>
            <pc:sldMk cId="0" sldId="270"/>
            <ac:spMk id="3" creationId="{00000000-0000-0000-0000-000000000000}"/>
          </ac:spMkLst>
        </pc:spChg>
        <pc:spChg chg="add">
          <ac:chgData name="ESIVWEKPE EFEMINI" userId="010064504aa25993" providerId="LiveId" clId="{6808D817-3A86-43A4-B1EF-3862B23AE055}" dt="2026-01-02T13:56:57.815" v="1076" actId="26606"/>
          <ac:spMkLst>
            <pc:docMk/>
            <pc:sldMk cId="0" sldId="270"/>
            <ac:spMk id="8" creationId="{5112AC23-F046-4DC5-9B92-07CA6CC7C580}"/>
          </ac:spMkLst>
        </pc:spChg>
        <pc:spChg chg="add">
          <ac:chgData name="ESIVWEKPE EFEMINI" userId="010064504aa25993" providerId="LiveId" clId="{6808D817-3A86-43A4-B1EF-3862B23AE055}" dt="2026-01-02T13:56:57.815" v="1076" actId="26606"/>
          <ac:spMkLst>
            <pc:docMk/>
            <pc:sldMk cId="0" sldId="270"/>
            <ac:spMk id="10" creationId="{175AAFE7-143D-45AC-B616-09521E0F5597}"/>
          </ac:spMkLst>
        </pc:spChg>
        <pc:spChg chg="add">
          <ac:chgData name="ESIVWEKPE EFEMINI" userId="010064504aa25993" providerId="LiveId" clId="{6808D817-3A86-43A4-B1EF-3862B23AE055}" dt="2026-01-02T13:56:57.815" v="1076" actId="26606"/>
          <ac:spMkLst>
            <pc:docMk/>
            <pc:sldMk cId="0" sldId="270"/>
            <ac:spMk id="12" creationId="{0BA5DB72-E109-4D37-B6DD-C328D539705B}"/>
          </ac:spMkLst>
        </pc:spChg>
        <pc:spChg chg="add">
          <ac:chgData name="ESIVWEKPE EFEMINI" userId="010064504aa25993" providerId="LiveId" clId="{6808D817-3A86-43A4-B1EF-3862B23AE055}" dt="2026-01-02T13:56:57.815" v="1076" actId="26606"/>
          <ac:spMkLst>
            <pc:docMk/>
            <pc:sldMk cId="0" sldId="270"/>
            <ac:spMk id="22" creationId="{EB2D1A1F-B200-4444-AE01-EFC97AF7B51F}"/>
          </ac:spMkLst>
        </pc:spChg>
        <pc:spChg chg="add">
          <ac:chgData name="ESIVWEKPE EFEMINI" userId="010064504aa25993" providerId="LiveId" clId="{6808D817-3A86-43A4-B1EF-3862B23AE055}" dt="2026-01-02T13:56:57.815" v="1076" actId="26606"/>
          <ac:spMkLst>
            <pc:docMk/>
            <pc:sldMk cId="0" sldId="270"/>
            <ac:spMk id="36" creationId="{C8D9C5DD-B8B3-46A0-8FBC-EE462F96C4E5}"/>
          </ac:spMkLst>
        </pc:spChg>
        <pc:grpChg chg="add">
          <ac:chgData name="ESIVWEKPE EFEMINI" userId="010064504aa25993" providerId="LiveId" clId="{6808D817-3A86-43A4-B1EF-3862B23AE055}" dt="2026-01-02T13:56:57.815" v="1076" actId="26606"/>
          <ac:grpSpMkLst>
            <pc:docMk/>
            <pc:sldMk cId="0" sldId="270"/>
            <ac:grpSpMk id="14" creationId="{7C34EE77-74D1-42B4-801B-40B35A68C127}"/>
          </ac:grpSpMkLst>
        </pc:grpChg>
        <pc:grpChg chg="add">
          <ac:chgData name="ESIVWEKPE EFEMINI" userId="010064504aa25993" providerId="LiveId" clId="{6808D817-3A86-43A4-B1EF-3862B23AE055}" dt="2026-01-02T13:56:57.815" v="1076" actId="26606"/>
          <ac:grpSpMkLst>
            <pc:docMk/>
            <pc:sldMk cId="0" sldId="270"/>
            <ac:grpSpMk id="24" creationId="{70E4CB9D-2256-4786-8DDF-ADFBF3533745}"/>
          </ac:grpSpMkLst>
        </pc:grpChg>
        <pc:grpChg chg="add">
          <ac:chgData name="ESIVWEKPE EFEMINI" userId="010064504aa25993" providerId="LiveId" clId="{6808D817-3A86-43A4-B1EF-3862B23AE055}" dt="2026-01-02T13:56:57.815" v="1076" actId="26606"/>
          <ac:grpSpMkLst>
            <pc:docMk/>
            <pc:sldMk cId="0" sldId="270"/>
            <ac:grpSpMk id="30" creationId="{568E6F37-AE05-46BF-A77F-5505926E92C6}"/>
          </ac:grpSpMkLst>
        </pc:grpChg>
      </pc:sldChg>
      <pc:sldChg chg="addSp delSp modSp new mod">
        <pc:chgData name="ESIVWEKPE EFEMINI" userId="010064504aa25993" providerId="LiveId" clId="{6808D817-3A86-43A4-B1EF-3862B23AE055}" dt="2026-01-02T13:51:31.862" v="1029" actId="207"/>
        <pc:sldMkLst>
          <pc:docMk/>
          <pc:sldMk cId="3983317204" sldId="272"/>
        </pc:sldMkLst>
        <pc:spChg chg="add mod">
          <ac:chgData name="ESIVWEKPE EFEMINI" userId="010064504aa25993" providerId="LiveId" clId="{6808D817-3A86-43A4-B1EF-3862B23AE055}" dt="2026-01-02T13:51:31.862" v="1029" actId="207"/>
          <ac:spMkLst>
            <pc:docMk/>
            <pc:sldMk cId="3983317204" sldId="272"/>
            <ac:spMk id="2" creationId="{1EE48D7F-A356-7438-E122-0A81F10B543A}"/>
          </ac:spMkLst>
        </pc:spChg>
        <pc:spChg chg="add mod">
          <ac:chgData name="ESIVWEKPE EFEMINI" userId="010064504aa25993" providerId="LiveId" clId="{6808D817-3A86-43A4-B1EF-3862B23AE055}" dt="2026-01-02T13:48:36.902" v="1023" actId="207"/>
          <ac:spMkLst>
            <pc:docMk/>
            <pc:sldMk cId="3983317204" sldId="272"/>
            <ac:spMk id="3" creationId="{21E3F884-56E8-B149-8569-C2539B1F5143}"/>
          </ac:spMkLst>
        </pc:spChg>
        <pc:spChg chg="add mod">
          <ac:chgData name="ESIVWEKPE EFEMINI" userId="010064504aa25993" providerId="LiveId" clId="{6808D817-3A86-43A4-B1EF-3862B23AE055}" dt="2026-01-02T13:49:18.359" v="1027" actId="207"/>
          <ac:spMkLst>
            <pc:docMk/>
            <pc:sldMk cId="3983317204" sldId="272"/>
            <ac:spMk id="4" creationId="{88C1DBE8-CBC0-A3C0-B9D8-E4D0A08B221E}"/>
          </ac:spMkLst>
        </pc:spChg>
        <pc:spChg chg="add mod">
          <ac:chgData name="ESIVWEKPE EFEMINI" userId="010064504aa25993" providerId="LiveId" clId="{6808D817-3A86-43A4-B1EF-3862B23AE055}" dt="2026-01-02T13:49:34.154" v="1028" actId="207"/>
          <ac:spMkLst>
            <pc:docMk/>
            <pc:sldMk cId="3983317204" sldId="272"/>
            <ac:spMk id="5" creationId="{9CB43765-CDC4-100B-C71B-95B35F09729F}"/>
          </ac:spMkLst>
        </pc:spChg>
        <pc:spChg chg="add del mod">
          <ac:chgData name="ESIVWEKPE EFEMINI" userId="010064504aa25993" providerId="LiveId" clId="{6808D817-3A86-43A4-B1EF-3862B23AE055}" dt="2026-01-02T13:49:02.824" v="1025" actId="14100"/>
          <ac:spMkLst>
            <pc:docMk/>
            <pc:sldMk cId="3983317204" sldId="272"/>
            <ac:spMk id="6" creationId="{A356A896-E10C-3A1B-FBAB-A5B4D4DEFB6B}"/>
          </ac:spMkLst>
        </pc:spChg>
        <pc:spChg chg="add mod">
          <ac:chgData name="ESIVWEKPE EFEMINI" userId="010064504aa25993" providerId="LiveId" clId="{6808D817-3A86-43A4-B1EF-3862B23AE055}" dt="2026-01-02T13:48:59.147" v="1024" actId="14100"/>
          <ac:spMkLst>
            <pc:docMk/>
            <pc:sldMk cId="3983317204" sldId="272"/>
            <ac:spMk id="7" creationId="{E4E8A0DC-1D07-7EB8-BE6F-1E23CC5F800E}"/>
          </ac:spMkLst>
        </pc:spChg>
        <pc:spChg chg="add mod">
          <ac:chgData name="ESIVWEKPE EFEMINI" userId="010064504aa25993" providerId="LiveId" clId="{6808D817-3A86-43A4-B1EF-3862B23AE055}" dt="2026-01-02T13:49:06.858" v="1026" actId="14100"/>
          <ac:spMkLst>
            <pc:docMk/>
            <pc:sldMk cId="3983317204" sldId="272"/>
            <ac:spMk id="8" creationId="{ECF6C0C5-BDEF-44E8-36FD-5846D1020A21}"/>
          </ac:spMkLst>
        </pc:spChg>
      </pc:sldChg>
      <pc:sldChg chg="addSp delSp modSp add mod setBg">
        <pc:chgData name="ESIVWEKPE EFEMINI" userId="010064504aa25993" providerId="LiveId" clId="{6808D817-3A86-43A4-B1EF-3862B23AE055}" dt="2026-01-02T14:12:38.304" v="1152" actId="255"/>
        <pc:sldMkLst>
          <pc:docMk/>
          <pc:sldMk cId="3731250755" sldId="273"/>
        </pc:sldMkLst>
        <pc:spChg chg="mod">
          <ac:chgData name="ESIVWEKPE EFEMINI" userId="010064504aa25993" providerId="LiveId" clId="{6808D817-3A86-43A4-B1EF-3862B23AE055}" dt="2026-01-02T14:12:24.159" v="1150" actId="27636"/>
          <ac:spMkLst>
            <pc:docMk/>
            <pc:sldMk cId="3731250755" sldId="273"/>
            <ac:spMk id="2" creationId="{2507A86E-D018-6CC8-1460-0B8ADACD2C22}"/>
          </ac:spMkLst>
        </pc:spChg>
        <pc:spChg chg="add del mod">
          <ac:chgData name="ESIVWEKPE EFEMINI" userId="010064504aa25993" providerId="LiveId" clId="{6808D817-3A86-43A4-B1EF-3862B23AE055}" dt="2026-01-02T14:11:11.832" v="1142" actId="27636"/>
          <ac:spMkLst>
            <pc:docMk/>
            <pc:sldMk cId="3731250755" sldId="273"/>
            <ac:spMk id="3" creationId="{6E576B38-B8D9-AEBD-F85B-16ADBCD7F61E}"/>
          </ac:spMkLst>
        </pc:spChg>
        <pc:spChg chg="add mod">
          <ac:chgData name="ESIVWEKPE EFEMINI" userId="010064504aa25993" providerId="LiveId" clId="{6808D817-3A86-43A4-B1EF-3862B23AE055}" dt="2026-01-02T14:12:38.304" v="1152" actId="255"/>
          <ac:spMkLst>
            <pc:docMk/>
            <pc:sldMk cId="3731250755" sldId="273"/>
            <ac:spMk id="6" creationId="{07CD0876-36E2-EA42-E4B3-9A9DE752CD29}"/>
          </ac:spMkLst>
        </pc:spChg>
        <pc:spChg chg="add">
          <ac:chgData name="ESIVWEKPE EFEMINI" userId="010064504aa25993" providerId="LiveId" clId="{6808D817-3A86-43A4-B1EF-3862B23AE055}" dt="2026-01-02T14:02:07.183" v="1122" actId="26606"/>
          <ac:spMkLst>
            <pc:docMk/>
            <pc:sldMk cId="3731250755" sldId="273"/>
            <ac:spMk id="9" creationId="{C0763A76-9F1C-4FC5-82B7-DD475DA461B2}"/>
          </ac:spMkLst>
        </pc:spChg>
        <pc:spChg chg="add">
          <ac:chgData name="ESIVWEKPE EFEMINI" userId="010064504aa25993" providerId="LiveId" clId="{6808D817-3A86-43A4-B1EF-3862B23AE055}" dt="2026-01-02T14:02:07.183" v="1122" actId="26606"/>
          <ac:spMkLst>
            <pc:docMk/>
            <pc:sldMk cId="3731250755" sldId="273"/>
            <ac:spMk id="11" creationId="{E81BF4F6-F2CF-4984-9D14-D6966D92F99F}"/>
          </ac:spMkLst>
        </pc:spChg>
        <pc:picChg chg="add">
          <ac:chgData name="ESIVWEKPE EFEMINI" userId="010064504aa25993" providerId="LiveId" clId="{6808D817-3A86-43A4-B1EF-3862B23AE055}" dt="2026-01-02T14:02:07.183" v="1122" actId="26606"/>
          <ac:picMkLst>
            <pc:docMk/>
            <pc:sldMk cId="3731250755" sldId="273"/>
            <ac:picMk id="5" creationId="{4FA0643D-5329-22A3-FBE4-3FEBA12D0C7F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D1FE85F-AEF8-46A2-ABC6-E1E55B0502A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5F4355C-449B-41E9-85E3-78ECF692800E}">
      <dgm:prSet/>
      <dgm:spPr/>
      <dgm:t>
        <a:bodyPr/>
        <a:lstStyle/>
        <a:p>
          <a:pPr>
            <a:defRPr cap="all"/>
          </a:pPr>
          <a:r>
            <a:rPr lang="en-US" b="0" i="0" baseline="0" dirty="0">
              <a:latin typeface="Book Antiqua" panose="02040602050305030304" pitchFamily="18" charset="0"/>
            </a:rPr>
            <a:t>Measure </a:t>
          </a:r>
          <a:r>
            <a:rPr lang="en-US" b="1" i="0" baseline="0" dirty="0">
              <a:latin typeface="Book Antiqua" panose="02040602050305030304" pitchFamily="18" charset="0"/>
            </a:rPr>
            <a:t>shift-wise production performance</a:t>
          </a:r>
          <a:endParaRPr lang="en-US" dirty="0">
            <a:latin typeface="Book Antiqua" panose="02040602050305030304" pitchFamily="18" charset="0"/>
          </a:endParaRPr>
        </a:p>
      </dgm:t>
    </dgm:pt>
    <dgm:pt modelId="{ADE6D84B-10FA-4580-BF62-9184E268C2B6}" type="parTrans" cxnId="{506D68B9-014F-40A4-894C-209E2246E1E7}">
      <dgm:prSet/>
      <dgm:spPr/>
      <dgm:t>
        <a:bodyPr/>
        <a:lstStyle/>
        <a:p>
          <a:endParaRPr lang="en-US"/>
        </a:p>
      </dgm:t>
    </dgm:pt>
    <dgm:pt modelId="{E2039519-8E09-42AB-8159-200F4C8D213A}" type="sibTrans" cxnId="{506D68B9-014F-40A4-894C-209E2246E1E7}">
      <dgm:prSet/>
      <dgm:spPr/>
      <dgm:t>
        <a:bodyPr/>
        <a:lstStyle/>
        <a:p>
          <a:endParaRPr lang="en-US"/>
        </a:p>
      </dgm:t>
    </dgm:pt>
    <dgm:pt modelId="{55275C89-49A1-403B-97CF-550C66647387}">
      <dgm:prSet/>
      <dgm:spPr/>
      <dgm:t>
        <a:bodyPr/>
        <a:lstStyle/>
        <a:p>
          <a:pPr>
            <a:defRPr cap="all"/>
          </a:pPr>
          <a:r>
            <a:rPr lang="en-US" b="0" i="0" baseline="0" dirty="0">
              <a:latin typeface="Book Antiqua" panose="02040602050305030304" pitchFamily="18" charset="0"/>
            </a:rPr>
            <a:t>Analyze </a:t>
          </a:r>
          <a:r>
            <a:rPr lang="en-US" b="1" i="0" baseline="0" dirty="0">
              <a:latin typeface="Book Antiqua" panose="02040602050305030304" pitchFamily="18" charset="0"/>
            </a:rPr>
            <a:t>quality control trends and defect patterns</a:t>
          </a:r>
          <a:endParaRPr lang="en-US" dirty="0">
            <a:latin typeface="Book Antiqua" panose="02040602050305030304" pitchFamily="18" charset="0"/>
          </a:endParaRPr>
        </a:p>
      </dgm:t>
    </dgm:pt>
    <dgm:pt modelId="{96EB5647-F473-43E4-B6A9-D253CC582678}" type="parTrans" cxnId="{CAB3FF14-0ECC-4DF1-AB1F-399D73223B01}">
      <dgm:prSet/>
      <dgm:spPr/>
      <dgm:t>
        <a:bodyPr/>
        <a:lstStyle/>
        <a:p>
          <a:endParaRPr lang="en-US"/>
        </a:p>
      </dgm:t>
    </dgm:pt>
    <dgm:pt modelId="{BD7DC955-E630-4DFB-A3F2-9B43BEFADE33}" type="sibTrans" cxnId="{CAB3FF14-0ECC-4DF1-AB1F-399D73223B01}">
      <dgm:prSet/>
      <dgm:spPr/>
      <dgm:t>
        <a:bodyPr/>
        <a:lstStyle/>
        <a:p>
          <a:endParaRPr lang="en-US"/>
        </a:p>
      </dgm:t>
    </dgm:pt>
    <dgm:pt modelId="{0B8A6B49-CB76-4895-A880-DCC33E328ECF}">
      <dgm:prSet/>
      <dgm:spPr/>
      <dgm:t>
        <a:bodyPr/>
        <a:lstStyle/>
        <a:p>
          <a:pPr>
            <a:defRPr cap="all"/>
          </a:pPr>
          <a:r>
            <a:rPr lang="en-US" b="0" i="0" baseline="0" dirty="0"/>
            <a:t>Evaluate impact of </a:t>
          </a:r>
          <a:r>
            <a:rPr lang="en-US" b="1" i="0" baseline="0" dirty="0"/>
            <a:t>environmental conditions</a:t>
          </a:r>
          <a:endParaRPr lang="en-US" dirty="0"/>
        </a:p>
      </dgm:t>
    </dgm:pt>
    <dgm:pt modelId="{66F6467E-D838-424A-B51E-F26BEB6054DC}" type="parTrans" cxnId="{EF02E7BC-172E-4A77-9DAA-8456D796F248}">
      <dgm:prSet/>
      <dgm:spPr/>
      <dgm:t>
        <a:bodyPr/>
        <a:lstStyle/>
        <a:p>
          <a:endParaRPr lang="en-US"/>
        </a:p>
      </dgm:t>
    </dgm:pt>
    <dgm:pt modelId="{9FF81E75-6A6C-4A55-8EC4-0A0D462B19C2}" type="sibTrans" cxnId="{EF02E7BC-172E-4A77-9DAA-8456D796F248}">
      <dgm:prSet/>
      <dgm:spPr/>
      <dgm:t>
        <a:bodyPr/>
        <a:lstStyle/>
        <a:p>
          <a:endParaRPr lang="en-US"/>
        </a:p>
      </dgm:t>
    </dgm:pt>
    <dgm:pt modelId="{6365FD40-7A18-45D4-AB8D-AE85A65739A3}">
      <dgm:prSet/>
      <dgm:spPr/>
      <dgm:t>
        <a:bodyPr/>
        <a:lstStyle/>
        <a:p>
          <a:pPr>
            <a:defRPr cap="all"/>
          </a:pPr>
          <a:r>
            <a:rPr lang="en-US" b="0" i="0" baseline="0" dirty="0">
              <a:latin typeface="Book Antiqua" panose="02040602050305030304" pitchFamily="18" charset="0"/>
            </a:rPr>
            <a:t>Create a </a:t>
          </a:r>
          <a:r>
            <a:rPr lang="en-US" b="1" i="0" baseline="0" dirty="0">
              <a:latin typeface="Book Antiqua" panose="02040602050305030304" pitchFamily="18" charset="0"/>
            </a:rPr>
            <a:t>single, trusted performance view</a:t>
          </a:r>
          <a:endParaRPr lang="en-US" dirty="0">
            <a:latin typeface="Book Antiqua" panose="02040602050305030304" pitchFamily="18" charset="0"/>
          </a:endParaRPr>
        </a:p>
      </dgm:t>
    </dgm:pt>
    <dgm:pt modelId="{72994CC1-D6C9-4964-9DFC-C9BE07C3DE51}" type="parTrans" cxnId="{DEFF37CC-EB96-45D5-8312-733245CDA46A}">
      <dgm:prSet/>
      <dgm:spPr/>
      <dgm:t>
        <a:bodyPr/>
        <a:lstStyle/>
        <a:p>
          <a:endParaRPr lang="en-US"/>
        </a:p>
      </dgm:t>
    </dgm:pt>
    <dgm:pt modelId="{184D44FA-3585-4A11-B789-25BB22CE60C5}" type="sibTrans" cxnId="{DEFF37CC-EB96-45D5-8312-733245CDA46A}">
      <dgm:prSet/>
      <dgm:spPr/>
      <dgm:t>
        <a:bodyPr/>
        <a:lstStyle/>
        <a:p>
          <a:endParaRPr lang="en-US"/>
        </a:p>
      </dgm:t>
    </dgm:pt>
    <dgm:pt modelId="{A82B226E-52A2-41E1-AD2D-A1D56475A751}">
      <dgm:prSet/>
      <dgm:spPr/>
      <dgm:t>
        <a:bodyPr/>
        <a:lstStyle/>
        <a:p>
          <a:pPr>
            <a:defRPr cap="all"/>
          </a:pPr>
          <a:r>
            <a:rPr lang="en-US" b="0" i="0" baseline="0" dirty="0">
              <a:latin typeface="Book Antiqua" panose="02040602050305030304" pitchFamily="18" charset="0"/>
            </a:rPr>
            <a:t>Deliver insights through an </a:t>
          </a:r>
          <a:r>
            <a:rPr lang="en-US" b="1" i="0" baseline="0" dirty="0">
              <a:latin typeface="Book Antiqua" panose="02040602050305030304" pitchFamily="18" charset="0"/>
            </a:rPr>
            <a:t>interactive </a:t>
          </a:r>
          <a:r>
            <a:rPr lang="en-US" b="1" i="0" baseline="0" dirty="0" err="1">
              <a:latin typeface="Book Antiqua" panose="02040602050305030304" pitchFamily="18" charset="0"/>
            </a:rPr>
            <a:t>Streamlit</a:t>
          </a:r>
          <a:r>
            <a:rPr lang="en-US" b="1" i="0" baseline="0" dirty="0">
              <a:latin typeface="Book Antiqua" panose="02040602050305030304" pitchFamily="18" charset="0"/>
            </a:rPr>
            <a:t> dashboard</a:t>
          </a:r>
          <a:endParaRPr lang="en-US" dirty="0">
            <a:latin typeface="Book Antiqua" panose="02040602050305030304" pitchFamily="18" charset="0"/>
          </a:endParaRPr>
        </a:p>
      </dgm:t>
    </dgm:pt>
    <dgm:pt modelId="{0D56E855-B936-487C-8CCC-23264B2FEE9A}" type="parTrans" cxnId="{E8E11238-D308-4945-892B-F4972C086190}">
      <dgm:prSet/>
      <dgm:spPr/>
      <dgm:t>
        <a:bodyPr/>
        <a:lstStyle/>
        <a:p>
          <a:endParaRPr lang="en-US"/>
        </a:p>
      </dgm:t>
    </dgm:pt>
    <dgm:pt modelId="{C3EAD96E-DCDD-481D-B623-E5196403651F}" type="sibTrans" cxnId="{E8E11238-D308-4945-892B-F4972C086190}">
      <dgm:prSet/>
      <dgm:spPr/>
      <dgm:t>
        <a:bodyPr/>
        <a:lstStyle/>
        <a:p>
          <a:endParaRPr lang="en-US"/>
        </a:p>
      </dgm:t>
    </dgm:pt>
    <dgm:pt modelId="{601B9AD2-A0A9-4174-99B8-BB46FF6991E4}" type="pres">
      <dgm:prSet presAssocID="{1D1FE85F-AEF8-46A2-ABC6-E1E55B0502A5}" presName="root" presStyleCnt="0">
        <dgm:presLayoutVars>
          <dgm:dir/>
          <dgm:resizeHandles val="exact"/>
        </dgm:presLayoutVars>
      </dgm:prSet>
      <dgm:spPr/>
    </dgm:pt>
    <dgm:pt modelId="{7DD21D5A-569D-4EDC-97C4-E2DFBE6086FE}" type="pres">
      <dgm:prSet presAssocID="{F5F4355C-449B-41E9-85E3-78ECF692800E}" presName="compNode" presStyleCnt="0"/>
      <dgm:spPr/>
    </dgm:pt>
    <dgm:pt modelId="{40B179D8-91C2-481C-80C6-C908984EF61C}" type="pres">
      <dgm:prSet presAssocID="{F5F4355C-449B-41E9-85E3-78ECF692800E}" presName="iconBgRect" presStyleLbl="bgShp" presStyleIdx="0" presStyleCnt="5"/>
      <dgm:spPr/>
    </dgm:pt>
    <dgm:pt modelId="{0EF1C9E2-DCA7-44C9-8CFC-24836839CDAF}" type="pres">
      <dgm:prSet presAssocID="{F5F4355C-449B-41E9-85E3-78ECF692800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EF3B39BE-C819-4790-9CBC-47F78AB20774}" type="pres">
      <dgm:prSet presAssocID="{F5F4355C-449B-41E9-85E3-78ECF692800E}" presName="spaceRect" presStyleCnt="0"/>
      <dgm:spPr/>
    </dgm:pt>
    <dgm:pt modelId="{5AEB4B08-59C3-46BF-AC11-17E1FB189852}" type="pres">
      <dgm:prSet presAssocID="{F5F4355C-449B-41E9-85E3-78ECF692800E}" presName="textRect" presStyleLbl="revTx" presStyleIdx="0" presStyleCnt="5">
        <dgm:presLayoutVars>
          <dgm:chMax val="1"/>
          <dgm:chPref val="1"/>
        </dgm:presLayoutVars>
      </dgm:prSet>
      <dgm:spPr/>
    </dgm:pt>
    <dgm:pt modelId="{CFDE521B-1D8D-4159-BA0C-B3E06507145B}" type="pres">
      <dgm:prSet presAssocID="{E2039519-8E09-42AB-8159-200F4C8D213A}" presName="sibTrans" presStyleCnt="0"/>
      <dgm:spPr/>
    </dgm:pt>
    <dgm:pt modelId="{771A3717-EEFC-47EE-87B8-49DA82051E5F}" type="pres">
      <dgm:prSet presAssocID="{55275C89-49A1-403B-97CF-550C66647387}" presName="compNode" presStyleCnt="0"/>
      <dgm:spPr/>
    </dgm:pt>
    <dgm:pt modelId="{9C2EFB5B-821E-4D53-9FC5-FCF5CF12E905}" type="pres">
      <dgm:prSet presAssocID="{55275C89-49A1-403B-97CF-550C66647387}" presName="iconBgRect" presStyleLbl="bgShp" presStyleIdx="1" presStyleCnt="5"/>
      <dgm:spPr/>
    </dgm:pt>
    <dgm:pt modelId="{A7E6BE79-1040-4367-BD79-BC7F634A1D44}" type="pres">
      <dgm:prSet presAssocID="{55275C89-49A1-403B-97CF-550C6664738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ACF5C7C4-EFB6-4271-A9AE-8B0870BBA396}" type="pres">
      <dgm:prSet presAssocID="{55275C89-49A1-403B-97CF-550C66647387}" presName="spaceRect" presStyleCnt="0"/>
      <dgm:spPr/>
    </dgm:pt>
    <dgm:pt modelId="{81DD57E6-29BC-4EC3-B2E4-878811841F64}" type="pres">
      <dgm:prSet presAssocID="{55275C89-49A1-403B-97CF-550C66647387}" presName="textRect" presStyleLbl="revTx" presStyleIdx="1" presStyleCnt="5">
        <dgm:presLayoutVars>
          <dgm:chMax val="1"/>
          <dgm:chPref val="1"/>
        </dgm:presLayoutVars>
      </dgm:prSet>
      <dgm:spPr/>
    </dgm:pt>
    <dgm:pt modelId="{5EF9CC08-98BC-48FE-8F93-DAF11A43BB59}" type="pres">
      <dgm:prSet presAssocID="{BD7DC955-E630-4DFB-A3F2-9B43BEFADE33}" presName="sibTrans" presStyleCnt="0"/>
      <dgm:spPr/>
    </dgm:pt>
    <dgm:pt modelId="{CAD5A0F1-0462-4E37-B425-571810B5CBD1}" type="pres">
      <dgm:prSet presAssocID="{0B8A6B49-CB76-4895-A880-DCC33E328ECF}" presName="compNode" presStyleCnt="0"/>
      <dgm:spPr/>
    </dgm:pt>
    <dgm:pt modelId="{FE3EB5EA-4460-419F-9E6E-756C2A170CFA}" type="pres">
      <dgm:prSet presAssocID="{0B8A6B49-CB76-4895-A880-DCC33E328ECF}" presName="iconBgRect" presStyleLbl="bgShp" presStyleIdx="2" presStyleCnt="5"/>
      <dgm:spPr/>
    </dgm:pt>
    <dgm:pt modelId="{67AB73D7-C43E-4C04-A2F1-8BAFEBFD3ACA}" type="pres">
      <dgm:prSet presAssocID="{0B8A6B49-CB76-4895-A880-DCC33E328EC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080C388A-2F6A-4627-94FC-F0610FE22303}" type="pres">
      <dgm:prSet presAssocID="{0B8A6B49-CB76-4895-A880-DCC33E328ECF}" presName="spaceRect" presStyleCnt="0"/>
      <dgm:spPr/>
    </dgm:pt>
    <dgm:pt modelId="{823A9E42-764E-4A1C-A359-C146E2188454}" type="pres">
      <dgm:prSet presAssocID="{0B8A6B49-CB76-4895-A880-DCC33E328ECF}" presName="textRect" presStyleLbl="revTx" presStyleIdx="2" presStyleCnt="5">
        <dgm:presLayoutVars>
          <dgm:chMax val="1"/>
          <dgm:chPref val="1"/>
        </dgm:presLayoutVars>
      </dgm:prSet>
      <dgm:spPr/>
    </dgm:pt>
    <dgm:pt modelId="{AA378269-869E-4570-AE62-E8CE3315DB42}" type="pres">
      <dgm:prSet presAssocID="{9FF81E75-6A6C-4A55-8EC4-0A0D462B19C2}" presName="sibTrans" presStyleCnt="0"/>
      <dgm:spPr/>
    </dgm:pt>
    <dgm:pt modelId="{0AAB24F7-BEEB-459C-A760-48D854614CC6}" type="pres">
      <dgm:prSet presAssocID="{6365FD40-7A18-45D4-AB8D-AE85A65739A3}" presName="compNode" presStyleCnt="0"/>
      <dgm:spPr/>
    </dgm:pt>
    <dgm:pt modelId="{753D0E1C-0877-4AAD-941A-A2DDDFC3F0C4}" type="pres">
      <dgm:prSet presAssocID="{6365FD40-7A18-45D4-AB8D-AE85A65739A3}" presName="iconBgRect" presStyleLbl="bgShp" presStyleIdx="3" presStyleCnt="5"/>
      <dgm:spPr/>
    </dgm:pt>
    <dgm:pt modelId="{026BD22D-726B-409C-A958-374238933E7F}" type="pres">
      <dgm:prSet presAssocID="{6365FD40-7A18-45D4-AB8D-AE85A65739A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ycle with People"/>
        </a:ext>
      </dgm:extLst>
    </dgm:pt>
    <dgm:pt modelId="{A8F27FAB-39C3-4B28-908B-0CBF952BBE4A}" type="pres">
      <dgm:prSet presAssocID="{6365FD40-7A18-45D4-AB8D-AE85A65739A3}" presName="spaceRect" presStyleCnt="0"/>
      <dgm:spPr/>
    </dgm:pt>
    <dgm:pt modelId="{072E91F7-1583-408B-B947-7BC23F925808}" type="pres">
      <dgm:prSet presAssocID="{6365FD40-7A18-45D4-AB8D-AE85A65739A3}" presName="textRect" presStyleLbl="revTx" presStyleIdx="3" presStyleCnt="5">
        <dgm:presLayoutVars>
          <dgm:chMax val="1"/>
          <dgm:chPref val="1"/>
        </dgm:presLayoutVars>
      </dgm:prSet>
      <dgm:spPr/>
    </dgm:pt>
    <dgm:pt modelId="{B0A6C8C6-5B8B-4DDF-88C7-F421C103C7D6}" type="pres">
      <dgm:prSet presAssocID="{184D44FA-3585-4A11-B789-25BB22CE60C5}" presName="sibTrans" presStyleCnt="0"/>
      <dgm:spPr/>
    </dgm:pt>
    <dgm:pt modelId="{F7E545FB-208E-495B-8AD3-4EF082F77CDE}" type="pres">
      <dgm:prSet presAssocID="{A82B226E-52A2-41E1-AD2D-A1D56475A751}" presName="compNode" presStyleCnt="0"/>
      <dgm:spPr/>
    </dgm:pt>
    <dgm:pt modelId="{E898B4AD-86A8-40E8-9C37-6ECC369D5049}" type="pres">
      <dgm:prSet presAssocID="{A82B226E-52A2-41E1-AD2D-A1D56475A751}" presName="iconBgRect" presStyleLbl="bgShp" presStyleIdx="4" presStyleCnt="5"/>
      <dgm:spPr/>
    </dgm:pt>
    <dgm:pt modelId="{3CAC64FB-C1FB-4764-AD8E-09DA88E8A001}" type="pres">
      <dgm:prSet presAssocID="{A82B226E-52A2-41E1-AD2D-A1D56475A751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AD5041D6-C670-499D-B679-A78ECC463CF1}" type="pres">
      <dgm:prSet presAssocID="{A82B226E-52A2-41E1-AD2D-A1D56475A751}" presName="spaceRect" presStyleCnt="0"/>
      <dgm:spPr/>
    </dgm:pt>
    <dgm:pt modelId="{CDB4BC98-FD6B-43F2-8808-7095245AFA91}" type="pres">
      <dgm:prSet presAssocID="{A82B226E-52A2-41E1-AD2D-A1D56475A751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D3BBFD14-DCDA-40BF-92E6-A7F5A970BF7B}" type="presOf" srcId="{0B8A6B49-CB76-4895-A880-DCC33E328ECF}" destId="{823A9E42-764E-4A1C-A359-C146E2188454}" srcOrd="0" destOrd="0" presId="urn:microsoft.com/office/officeart/2018/5/layout/IconCircleLabelList"/>
    <dgm:cxn modelId="{CAB3FF14-0ECC-4DF1-AB1F-399D73223B01}" srcId="{1D1FE85F-AEF8-46A2-ABC6-E1E55B0502A5}" destId="{55275C89-49A1-403B-97CF-550C66647387}" srcOrd="1" destOrd="0" parTransId="{96EB5647-F473-43E4-B6A9-D253CC582678}" sibTransId="{BD7DC955-E630-4DFB-A3F2-9B43BEFADE33}"/>
    <dgm:cxn modelId="{E8E11238-D308-4945-892B-F4972C086190}" srcId="{1D1FE85F-AEF8-46A2-ABC6-E1E55B0502A5}" destId="{A82B226E-52A2-41E1-AD2D-A1D56475A751}" srcOrd="4" destOrd="0" parTransId="{0D56E855-B936-487C-8CCC-23264B2FEE9A}" sibTransId="{C3EAD96E-DCDD-481D-B623-E5196403651F}"/>
    <dgm:cxn modelId="{D1065C6A-0DA0-4BB0-856F-63A3DD748282}" type="presOf" srcId="{6365FD40-7A18-45D4-AB8D-AE85A65739A3}" destId="{072E91F7-1583-408B-B947-7BC23F925808}" srcOrd="0" destOrd="0" presId="urn:microsoft.com/office/officeart/2018/5/layout/IconCircleLabelList"/>
    <dgm:cxn modelId="{C9F37473-5DC0-46B1-83EF-58BB71963A43}" type="presOf" srcId="{55275C89-49A1-403B-97CF-550C66647387}" destId="{81DD57E6-29BC-4EC3-B2E4-878811841F64}" srcOrd="0" destOrd="0" presId="urn:microsoft.com/office/officeart/2018/5/layout/IconCircleLabelList"/>
    <dgm:cxn modelId="{54475D97-DD97-4BB9-9A9C-0F826C1ED380}" type="presOf" srcId="{F5F4355C-449B-41E9-85E3-78ECF692800E}" destId="{5AEB4B08-59C3-46BF-AC11-17E1FB189852}" srcOrd="0" destOrd="0" presId="urn:microsoft.com/office/officeart/2018/5/layout/IconCircleLabelList"/>
    <dgm:cxn modelId="{506D68B9-014F-40A4-894C-209E2246E1E7}" srcId="{1D1FE85F-AEF8-46A2-ABC6-E1E55B0502A5}" destId="{F5F4355C-449B-41E9-85E3-78ECF692800E}" srcOrd="0" destOrd="0" parTransId="{ADE6D84B-10FA-4580-BF62-9184E268C2B6}" sibTransId="{E2039519-8E09-42AB-8159-200F4C8D213A}"/>
    <dgm:cxn modelId="{EF02E7BC-172E-4A77-9DAA-8456D796F248}" srcId="{1D1FE85F-AEF8-46A2-ABC6-E1E55B0502A5}" destId="{0B8A6B49-CB76-4895-A880-DCC33E328ECF}" srcOrd="2" destOrd="0" parTransId="{66F6467E-D838-424A-B51E-F26BEB6054DC}" sibTransId="{9FF81E75-6A6C-4A55-8EC4-0A0D462B19C2}"/>
    <dgm:cxn modelId="{50C7AFC8-EB19-4CB1-9B9B-08F2A36579B2}" type="presOf" srcId="{1D1FE85F-AEF8-46A2-ABC6-E1E55B0502A5}" destId="{601B9AD2-A0A9-4174-99B8-BB46FF6991E4}" srcOrd="0" destOrd="0" presId="urn:microsoft.com/office/officeart/2018/5/layout/IconCircleLabelList"/>
    <dgm:cxn modelId="{DEFF37CC-EB96-45D5-8312-733245CDA46A}" srcId="{1D1FE85F-AEF8-46A2-ABC6-E1E55B0502A5}" destId="{6365FD40-7A18-45D4-AB8D-AE85A65739A3}" srcOrd="3" destOrd="0" parTransId="{72994CC1-D6C9-4964-9DFC-C9BE07C3DE51}" sibTransId="{184D44FA-3585-4A11-B789-25BB22CE60C5}"/>
    <dgm:cxn modelId="{85E7DBF9-4B07-4B89-A43F-8636FC6C120E}" type="presOf" srcId="{A82B226E-52A2-41E1-AD2D-A1D56475A751}" destId="{CDB4BC98-FD6B-43F2-8808-7095245AFA91}" srcOrd="0" destOrd="0" presId="urn:microsoft.com/office/officeart/2018/5/layout/IconCircleLabelList"/>
    <dgm:cxn modelId="{BDCC2F28-CB11-4367-A8D7-AD61781451EE}" type="presParOf" srcId="{601B9AD2-A0A9-4174-99B8-BB46FF6991E4}" destId="{7DD21D5A-569D-4EDC-97C4-E2DFBE6086FE}" srcOrd="0" destOrd="0" presId="urn:microsoft.com/office/officeart/2018/5/layout/IconCircleLabelList"/>
    <dgm:cxn modelId="{4346BA04-4870-4943-8875-7798B775474A}" type="presParOf" srcId="{7DD21D5A-569D-4EDC-97C4-E2DFBE6086FE}" destId="{40B179D8-91C2-481C-80C6-C908984EF61C}" srcOrd="0" destOrd="0" presId="urn:microsoft.com/office/officeart/2018/5/layout/IconCircleLabelList"/>
    <dgm:cxn modelId="{6AC4E5BE-008B-4784-9982-0D654CEE3E94}" type="presParOf" srcId="{7DD21D5A-569D-4EDC-97C4-E2DFBE6086FE}" destId="{0EF1C9E2-DCA7-44C9-8CFC-24836839CDAF}" srcOrd="1" destOrd="0" presId="urn:microsoft.com/office/officeart/2018/5/layout/IconCircleLabelList"/>
    <dgm:cxn modelId="{C77139E5-F84F-4E53-9338-ED873E8BA527}" type="presParOf" srcId="{7DD21D5A-569D-4EDC-97C4-E2DFBE6086FE}" destId="{EF3B39BE-C819-4790-9CBC-47F78AB20774}" srcOrd="2" destOrd="0" presId="urn:microsoft.com/office/officeart/2018/5/layout/IconCircleLabelList"/>
    <dgm:cxn modelId="{F27E74BC-13CF-4A2A-B75E-5F193C76ECF5}" type="presParOf" srcId="{7DD21D5A-569D-4EDC-97C4-E2DFBE6086FE}" destId="{5AEB4B08-59C3-46BF-AC11-17E1FB189852}" srcOrd="3" destOrd="0" presId="urn:microsoft.com/office/officeart/2018/5/layout/IconCircleLabelList"/>
    <dgm:cxn modelId="{4094D5AC-2494-4095-A720-891FFD4E7FBB}" type="presParOf" srcId="{601B9AD2-A0A9-4174-99B8-BB46FF6991E4}" destId="{CFDE521B-1D8D-4159-BA0C-B3E06507145B}" srcOrd="1" destOrd="0" presId="urn:microsoft.com/office/officeart/2018/5/layout/IconCircleLabelList"/>
    <dgm:cxn modelId="{0ECCE3F9-C746-4FE1-A579-0B6320F37C2B}" type="presParOf" srcId="{601B9AD2-A0A9-4174-99B8-BB46FF6991E4}" destId="{771A3717-EEFC-47EE-87B8-49DA82051E5F}" srcOrd="2" destOrd="0" presId="urn:microsoft.com/office/officeart/2018/5/layout/IconCircleLabelList"/>
    <dgm:cxn modelId="{68F3F1DD-530D-4148-959E-513C9ADAF304}" type="presParOf" srcId="{771A3717-EEFC-47EE-87B8-49DA82051E5F}" destId="{9C2EFB5B-821E-4D53-9FC5-FCF5CF12E905}" srcOrd="0" destOrd="0" presId="urn:microsoft.com/office/officeart/2018/5/layout/IconCircleLabelList"/>
    <dgm:cxn modelId="{AE2D945B-E769-4161-9EEA-81BCF54D9FCB}" type="presParOf" srcId="{771A3717-EEFC-47EE-87B8-49DA82051E5F}" destId="{A7E6BE79-1040-4367-BD79-BC7F634A1D44}" srcOrd="1" destOrd="0" presId="urn:microsoft.com/office/officeart/2018/5/layout/IconCircleLabelList"/>
    <dgm:cxn modelId="{19D0F93F-1D50-444E-9E75-74B6EB574266}" type="presParOf" srcId="{771A3717-EEFC-47EE-87B8-49DA82051E5F}" destId="{ACF5C7C4-EFB6-4271-A9AE-8B0870BBA396}" srcOrd="2" destOrd="0" presId="urn:microsoft.com/office/officeart/2018/5/layout/IconCircleLabelList"/>
    <dgm:cxn modelId="{A213B776-B39F-47FE-9B4F-256BAF2BF4F0}" type="presParOf" srcId="{771A3717-EEFC-47EE-87B8-49DA82051E5F}" destId="{81DD57E6-29BC-4EC3-B2E4-878811841F64}" srcOrd="3" destOrd="0" presId="urn:microsoft.com/office/officeart/2018/5/layout/IconCircleLabelList"/>
    <dgm:cxn modelId="{14F454CE-CFEB-4898-A92B-4CAE22058876}" type="presParOf" srcId="{601B9AD2-A0A9-4174-99B8-BB46FF6991E4}" destId="{5EF9CC08-98BC-48FE-8F93-DAF11A43BB59}" srcOrd="3" destOrd="0" presId="urn:microsoft.com/office/officeart/2018/5/layout/IconCircleLabelList"/>
    <dgm:cxn modelId="{4FEBC3FD-4D34-4EDB-8643-FA3C7FE844FA}" type="presParOf" srcId="{601B9AD2-A0A9-4174-99B8-BB46FF6991E4}" destId="{CAD5A0F1-0462-4E37-B425-571810B5CBD1}" srcOrd="4" destOrd="0" presId="urn:microsoft.com/office/officeart/2018/5/layout/IconCircleLabelList"/>
    <dgm:cxn modelId="{57D1E964-BBD8-46C9-9486-1D3A1EE0A53A}" type="presParOf" srcId="{CAD5A0F1-0462-4E37-B425-571810B5CBD1}" destId="{FE3EB5EA-4460-419F-9E6E-756C2A170CFA}" srcOrd="0" destOrd="0" presId="urn:microsoft.com/office/officeart/2018/5/layout/IconCircleLabelList"/>
    <dgm:cxn modelId="{F05DB318-2810-4C75-9E02-FD866170E1B7}" type="presParOf" srcId="{CAD5A0F1-0462-4E37-B425-571810B5CBD1}" destId="{67AB73D7-C43E-4C04-A2F1-8BAFEBFD3ACA}" srcOrd="1" destOrd="0" presId="urn:microsoft.com/office/officeart/2018/5/layout/IconCircleLabelList"/>
    <dgm:cxn modelId="{371549B3-F5FF-499D-9C82-97A6E70CF12A}" type="presParOf" srcId="{CAD5A0F1-0462-4E37-B425-571810B5CBD1}" destId="{080C388A-2F6A-4627-94FC-F0610FE22303}" srcOrd="2" destOrd="0" presId="urn:microsoft.com/office/officeart/2018/5/layout/IconCircleLabelList"/>
    <dgm:cxn modelId="{B1D90196-938B-4A7E-9558-29480681940D}" type="presParOf" srcId="{CAD5A0F1-0462-4E37-B425-571810B5CBD1}" destId="{823A9E42-764E-4A1C-A359-C146E2188454}" srcOrd="3" destOrd="0" presId="urn:microsoft.com/office/officeart/2018/5/layout/IconCircleLabelList"/>
    <dgm:cxn modelId="{D541807B-EC5C-44B9-8186-1920FE8FEBC6}" type="presParOf" srcId="{601B9AD2-A0A9-4174-99B8-BB46FF6991E4}" destId="{AA378269-869E-4570-AE62-E8CE3315DB42}" srcOrd="5" destOrd="0" presId="urn:microsoft.com/office/officeart/2018/5/layout/IconCircleLabelList"/>
    <dgm:cxn modelId="{B0E61EB5-5E6F-4D9D-8687-201896691C97}" type="presParOf" srcId="{601B9AD2-A0A9-4174-99B8-BB46FF6991E4}" destId="{0AAB24F7-BEEB-459C-A760-48D854614CC6}" srcOrd="6" destOrd="0" presId="urn:microsoft.com/office/officeart/2018/5/layout/IconCircleLabelList"/>
    <dgm:cxn modelId="{C45BB5EE-94CB-49BF-AC47-350D9D55DD69}" type="presParOf" srcId="{0AAB24F7-BEEB-459C-A760-48D854614CC6}" destId="{753D0E1C-0877-4AAD-941A-A2DDDFC3F0C4}" srcOrd="0" destOrd="0" presId="urn:microsoft.com/office/officeart/2018/5/layout/IconCircleLabelList"/>
    <dgm:cxn modelId="{C0DB4A1D-68B2-48FF-BAAE-B5EE80982D28}" type="presParOf" srcId="{0AAB24F7-BEEB-459C-A760-48D854614CC6}" destId="{026BD22D-726B-409C-A958-374238933E7F}" srcOrd="1" destOrd="0" presId="urn:microsoft.com/office/officeart/2018/5/layout/IconCircleLabelList"/>
    <dgm:cxn modelId="{8753F407-E866-4D1A-B698-E8B0297E5857}" type="presParOf" srcId="{0AAB24F7-BEEB-459C-A760-48D854614CC6}" destId="{A8F27FAB-39C3-4B28-908B-0CBF952BBE4A}" srcOrd="2" destOrd="0" presId="urn:microsoft.com/office/officeart/2018/5/layout/IconCircleLabelList"/>
    <dgm:cxn modelId="{328E7942-C395-46BD-8BA0-6275CA009F3D}" type="presParOf" srcId="{0AAB24F7-BEEB-459C-A760-48D854614CC6}" destId="{072E91F7-1583-408B-B947-7BC23F925808}" srcOrd="3" destOrd="0" presId="urn:microsoft.com/office/officeart/2018/5/layout/IconCircleLabelList"/>
    <dgm:cxn modelId="{D963BCA8-44E0-480E-A4AD-7097AF94F987}" type="presParOf" srcId="{601B9AD2-A0A9-4174-99B8-BB46FF6991E4}" destId="{B0A6C8C6-5B8B-4DDF-88C7-F421C103C7D6}" srcOrd="7" destOrd="0" presId="urn:microsoft.com/office/officeart/2018/5/layout/IconCircleLabelList"/>
    <dgm:cxn modelId="{44162AE4-A396-43CD-8218-E1272F603541}" type="presParOf" srcId="{601B9AD2-A0A9-4174-99B8-BB46FF6991E4}" destId="{F7E545FB-208E-495B-8AD3-4EF082F77CDE}" srcOrd="8" destOrd="0" presId="urn:microsoft.com/office/officeart/2018/5/layout/IconCircleLabelList"/>
    <dgm:cxn modelId="{289513A4-D540-4B33-A5B6-77926478EF63}" type="presParOf" srcId="{F7E545FB-208E-495B-8AD3-4EF082F77CDE}" destId="{E898B4AD-86A8-40E8-9C37-6ECC369D5049}" srcOrd="0" destOrd="0" presId="urn:microsoft.com/office/officeart/2018/5/layout/IconCircleLabelList"/>
    <dgm:cxn modelId="{C310466F-7C72-4F8A-B93B-30B06EA280A2}" type="presParOf" srcId="{F7E545FB-208E-495B-8AD3-4EF082F77CDE}" destId="{3CAC64FB-C1FB-4764-AD8E-09DA88E8A001}" srcOrd="1" destOrd="0" presId="urn:microsoft.com/office/officeart/2018/5/layout/IconCircleLabelList"/>
    <dgm:cxn modelId="{8C63302B-1CA6-4741-929A-223239919164}" type="presParOf" srcId="{F7E545FB-208E-495B-8AD3-4EF082F77CDE}" destId="{AD5041D6-C670-499D-B679-A78ECC463CF1}" srcOrd="2" destOrd="0" presId="urn:microsoft.com/office/officeart/2018/5/layout/IconCircleLabelList"/>
    <dgm:cxn modelId="{39FF7024-27FC-49E2-B11A-EEB1D43248C6}" type="presParOf" srcId="{F7E545FB-208E-495B-8AD3-4EF082F77CDE}" destId="{CDB4BC98-FD6B-43F2-8808-7095245AFA91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B179D8-91C2-481C-80C6-C908984EF61C}">
      <dsp:nvSpPr>
        <dsp:cNvPr id="0" name=""/>
        <dsp:cNvSpPr/>
      </dsp:nvSpPr>
      <dsp:spPr>
        <a:xfrm>
          <a:off x="258562" y="515094"/>
          <a:ext cx="807416" cy="80741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F1C9E2-DCA7-44C9-8CFC-24836839CDAF}">
      <dsp:nvSpPr>
        <dsp:cNvPr id="0" name=""/>
        <dsp:cNvSpPr/>
      </dsp:nvSpPr>
      <dsp:spPr>
        <a:xfrm>
          <a:off x="430634" y="687166"/>
          <a:ext cx="463271" cy="4632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EB4B08-59C3-46BF-AC11-17E1FB189852}">
      <dsp:nvSpPr>
        <dsp:cNvPr id="0" name=""/>
        <dsp:cNvSpPr/>
      </dsp:nvSpPr>
      <dsp:spPr>
        <a:xfrm>
          <a:off x="454" y="1574000"/>
          <a:ext cx="1323632" cy="579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 baseline="0" dirty="0">
              <a:latin typeface="Book Antiqua" panose="02040602050305030304" pitchFamily="18" charset="0"/>
            </a:rPr>
            <a:t>Measure </a:t>
          </a:r>
          <a:r>
            <a:rPr lang="en-US" sz="1100" b="1" i="0" kern="1200" baseline="0" dirty="0">
              <a:latin typeface="Book Antiqua" panose="02040602050305030304" pitchFamily="18" charset="0"/>
            </a:rPr>
            <a:t>shift-wise production performance</a:t>
          </a:r>
          <a:endParaRPr lang="en-US" sz="1100" kern="1200" dirty="0">
            <a:latin typeface="Book Antiqua" panose="02040602050305030304" pitchFamily="18" charset="0"/>
          </a:endParaRPr>
        </a:p>
      </dsp:txBody>
      <dsp:txXfrm>
        <a:off x="454" y="1574000"/>
        <a:ext cx="1323632" cy="579089"/>
      </dsp:txXfrm>
    </dsp:sp>
    <dsp:sp modelId="{9C2EFB5B-821E-4D53-9FC5-FCF5CF12E905}">
      <dsp:nvSpPr>
        <dsp:cNvPr id="0" name=""/>
        <dsp:cNvSpPr/>
      </dsp:nvSpPr>
      <dsp:spPr>
        <a:xfrm>
          <a:off x="1813830" y="515094"/>
          <a:ext cx="807416" cy="80741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E6BE79-1040-4367-BD79-BC7F634A1D44}">
      <dsp:nvSpPr>
        <dsp:cNvPr id="0" name=""/>
        <dsp:cNvSpPr/>
      </dsp:nvSpPr>
      <dsp:spPr>
        <a:xfrm>
          <a:off x="1985903" y="687166"/>
          <a:ext cx="463271" cy="4632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DD57E6-29BC-4EC3-B2E4-878811841F64}">
      <dsp:nvSpPr>
        <dsp:cNvPr id="0" name=""/>
        <dsp:cNvSpPr/>
      </dsp:nvSpPr>
      <dsp:spPr>
        <a:xfrm>
          <a:off x="1555722" y="1574000"/>
          <a:ext cx="1323632" cy="579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 baseline="0" dirty="0">
              <a:latin typeface="Book Antiqua" panose="02040602050305030304" pitchFamily="18" charset="0"/>
            </a:rPr>
            <a:t>Analyze </a:t>
          </a:r>
          <a:r>
            <a:rPr lang="en-US" sz="1100" b="1" i="0" kern="1200" baseline="0" dirty="0">
              <a:latin typeface="Book Antiqua" panose="02040602050305030304" pitchFamily="18" charset="0"/>
            </a:rPr>
            <a:t>quality control trends and defect patterns</a:t>
          </a:r>
          <a:endParaRPr lang="en-US" sz="1100" kern="1200" dirty="0">
            <a:latin typeface="Book Antiqua" panose="02040602050305030304" pitchFamily="18" charset="0"/>
          </a:endParaRPr>
        </a:p>
      </dsp:txBody>
      <dsp:txXfrm>
        <a:off x="1555722" y="1574000"/>
        <a:ext cx="1323632" cy="579089"/>
      </dsp:txXfrm>
    </dsp:sp>
    <dsp:sp modelId="{FE3EB5EA-4460-419F-9E6E-756C2A170CFA}">
      <dsp:nvSpPr>
        <dsp:cNvPr id="0" name=""/>
        <dsp:cNvSpPr/>
      </dsp:nvSpPr>
      <dsp:spPr>
        <a:xfrm>
          <a:off x="3369099" y="515094"/>
          <a:ext cx="807416" cy="80741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AB73D7-C43E-4C04-A2F1-8BAFEBFD3ACA}">
      <dsp:nvSpPr>
        <dsp:cNvPr id="0" name=""/>
        <dsp:cNvSpPr/>
      </dsp:nvSpPr>
      <dsp:spPr>
        <a:xfrm>
          <a:off x="3541171" y="687166"/>
          <a:ext cx="463271" cy="4632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3A9E42-764E-4A1C-A359-C146E2188454}">
      <dsp:nvSpPr>
        <dsp:cNvPr id="0" name=""/>
        <dsp:cNvSpPr/>
      </dsp:nvSpPr>
      <dsp:spPr>
        <a:xfrm>
          <a:off x="3110991" y="1574000"/>
          <a:ext cx="1323632" cy="579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 baseline="0" dirty="0"/>
            <a:t>Evaluate impact of </a:t>
          </a:r>
          <a:r>
            <a:rPr lang="en-US" sz="1100" b="1" i="0" kern="1200" baseline="0" dirty="0"/>
            <a:t>environmental conditions</a:t>
          </a:r>
          <a:endParaRPr lang="en-US" sz="1100" kern="1200" dirty="0"/>
        </a:p>
      </dsp:txBody>
      <dsp:txXfrm>
        <a:off x="3110991" y="1574000"/>
        <a:ext cx="1323632" cy="579089"/>
      </dsp:txXfrm>
    </dsp:sp>
    <dsp:sp modelId="{753D0E1C-0877-4AAD-941A-A2DDDFC3F0C4}">
      <dsp:nvSpPr>
        <dsp:cNvPr id="0" name=""/>
        <dsp:cNvSpPr/>
      </dsp:nvSpPr>
      <dsp:spPr>
        <a:xfrm>
          <a:off x="1036196" y="2483998"/>
          <a:ext cx="807416" cy="807416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6BD22D-726B-409C-A958-374238933E7F}">
      <dsp:nvSpPr>
        <dsp:cNvPr id="0" name=""/>
        <dsp:cNvSpPr/>
      </dsp:nvSpPr>
      <dsp:spPr>
        <a:xfrm>
          <a:off x="1208268" y="2656070"/>
          <a:ext cx="463271" cy="4632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2E91F7-1583-408B-B947-7BC23F925808}">
      <dsp:nvSpPr>
        <dsp:cNvPr id="0" name=""/>
        <dsp:cNvSpPr/>
      </dsp:nvSpPr>
      <dsp:spPr>
        <a:xfrm>
          <a:off x="778088" y="3542904"/>
          <a:ext cx="1323632" cy="579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 baseline="0" dirty="0">
              <a:latin typeface="Book Antiqua" panose="02040602050305030304" pitchFamily="18" charset="0"/>
            </a:rPr>
            <a:t>Create a </a:t>
          </a:r>
          <a:r>
            <a:rPr lang="en-US" sz="1100" b="1" i="0" kern="1200" baseline="0" dirty="0">
              <a:latin typeface="Book Antiqua" panose="02040602050305030304" pitchFamily="18" charset="0"/>
            </a:rPr>
            <a:t>single, trusted performance view</a:t>
          </a:r>
          <a:endParaRPr lang="en-US" sz="1100" kern="1200" dirty="0">
            <a:latin typeface="Book Antiqua" panose="02040602050305030304" pitchFamily="18" charset="0"/>
          </a:endParaRPr>
        </a:p>
      </dsp:txBody>
      <dsp:txXfrm>
        <a:off x="778088" y="3542904"/>
        <a:ext cx="1323632" cy="579089"/>
      </dsp:txXfrm>
    </dsp:sp>
    <dsp:sp modelId="{E898B4AD-86A8-40E8-9C37-6ECC369D5049}">
      <dsp:nvSpPr>
        <dsp:cNvPr id="0" name=""/>
        <dsp:cNvSpPr/>
      </dsp:nvSpPr>
      <dsp:spPr>
        <a:xfrm>
          <a:off x="2591465" y="2483998"/>
          <a:ext cx="807416" cy="80741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AC64FB-C1FB-4764-AD8E-09DA88E8A001}">
      <dsp:nvSpPr>
        <dsp:cNvPr id="0" name=""/>
        <dsp:cNvSpPr/>
      </dsp:nvSpPr>
      <dsp:spPr>
        <a:xfrm>
          <a:off x="2763537" y="2656070"/>
          <a:ext cx="463271" cy="46327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B4BC98-FD6B-43F2-8808-7095245AFA91}">
      <dsp:nvSpPr>
        <dsp:cNvPr id="0" name=""/>
        <dsp:cNvSpPr/>
      </dsp:nvSpPr>
      <dsp:spPr>
        <a:xfrm>
          <a:off x="2333356" y="3542904"/>
          <a:ext cx="1323632" cy="579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 baseline="0" dirty="0">
              <a:latin typeface="Book Antiqua" panose="02040602050305030304" pitchFamily="18" charset="0"/>
            </a:rPr>
            <a:t>Deliver insights through an </a:t>
          </a:r>
          <a:r>
            <a:rPr lang="en-US" sz="1100" b="1" i="0" kern="1200" baseline="0" dirty="0">
              <a:latin typeface="Book Antiqua" panose="02040602050305030304" pitchFamily="18" charset="0"/>
            </a:rPr>
            <a:t>interactive </a:t>
          </a:r>
          <a:r>
            <a:rPr lang="en-US" sz="1100" b="1" i="0" kern="1200" baseline="0" dirty="0" err="1">
              <a:latin typeface="Book Antiqua" panose="02040602050305030304" pitchFamily="18" charset="0"/>
            </a:rPr>
            <a:t>Streamlit</a:t>
          </a:r>
          <a:r>
            <a:rPr lang="en-US" sz="1100" b="1" i="0" kern="1200" baseline="0" dirty="0">
              <a:latin typeface="Book Antiqua" panose="02040602050305030304" pitchFamily="18" charset="0"/>
            </a:rPr>
            <a:t> dashboard</a:t>
          </a:r>
          <a:endParaRPr lang="en-US" sz="1100" kern="1200" dirty="0">
            <a:latin typeface="Book Antiqua" panose="02040602050305030304" pitchFamily="18" charset="0"/>
          </a:endParaRPr>
        </a:p>
      </dsp:txBody>
      <dsp:txXfrm>
        <a:off x="2333356" y="3542904"/>
        <a:ext cx="1323632" cy="5790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68886F-3883-4189-951A-0EECB7696CED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B1CE7D-F7EE-4F7A-A877-452887D36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394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B1CE7D-F7EE-4F7A-A877-452887D36E7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887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671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690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40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279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606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132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250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42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558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79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7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541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3" r:id="rId7"/>
    <p:sldLayoutId id="2147483904" r:id="rId8"/>
    <p:sldLayoutId id="2147483905" r:id="rId9"/>
    <p:sldLayoutId id="2147483906" r:id="rId10"/>
    <p:sldLayoutId id="21474839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A blue and white logo&#10;&#10;AI-generated content may be incorrect.">
            <a:extLst>
              <a:ext uri="{FF2B5EF4-FFF2-40B4-BE49-F238E27FC236}">
                <a16:creationId xmlns:a16="http://schemas.microsoft.com/office/drawing/2014/main" id="{782E3060-FC28-7BA5-E08D-3422456B6FE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11002" r="-1" b="-1"/>
          <a:stretch>
            <a:fillRect/>
          </a:stretch>
        </p:blipFill>
        <p:spPr>
          <a:xfrm>
            <a:off x="228" y="10"/>
            <a:ext cx="9143772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" y="10"/>
            <a:ext cx="3242490" cy="70408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3200" dirty="0">
                <a:latin typeface="Book Antiqua" panose="02040602050305030304" pitchFamily="18" charset="0"/>
              </a:rPr>
              <a:t>Shift </a:t>
            </a:r>
            <a:r>
              <a:rPr lang="en-US" sz="4000" dirty="0">
                <a:latin typeface="Book Antiqua" panose="02040602050305030304" pitchFamily="18" charset="0"/>
              </a:rPr>
              <a:t>Performance</a:t>
            </a:r>
            <a:r>
              <a:rPr lang="en-US" sz="3200" dirty="0">
                <a:latin typeface="Book Antiqua" panose="02040602050305030304" pitchFamily="18" charset="0"/>
              </a:rPr>
              <a:t> Analytics &amp; Operational Insights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32688C-4439-CC6A-A5C8-2D88E7C9B593}"/>
              </a:ext>
            </a:extLst>
          </p:cNvPr>
          <p:cNvSpPr txBox="1"/>
          <p:nvPr/>
        </p:nvSpPr>
        <p:spPr>
          <a:xfrm>
            <a:off x="3242491" y="0"/>
            <a:ext cx="5707194" cy="68579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Book Antiqua" panose="02040602050305030304" pitchFamily="18" charset="0"/>
              </a:rPr>
              <a:t>Leveraging data analytics and  Machine Learning to Enhance Operational Efficiency</a:t>
            </a:r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endParaRPr lang="en-US" sz="2400" dirty="0">
              <a:latin typeface="Book Antiqua" panose="02040602050305030304" pitchFamily="18" charset="0"/>
            </a:endParaRPr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endParaRPr lang="en-US" sz="2400" dirty="0">
              <a:latin typeface="Book Antiqua" panose="02040602050305030304" pitchFamily="18" charset="0"/>
            </a:endParaRPr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endParaRPr lang="en-US" sz="2400" dirty="0">
              <a:latin typeface="Book Antiqua" panose="02040602050305030304" pitchFamily="18" charset="0"/>
            </a:endParaRPr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endParaRPr lang="en-US" sz="2400" dirty="0">
              <a:latin typeface="Book Antiqua" panose="02040602050305030304" pitchFamily="18" charset="0"/>
            </a:endParaRPr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endParaRPr lang="en-US" sz="2400" dirty="0">
              <a:latin typeface="Book Antiqua" panose="02040602050305030304" pitchFamily="18" charset="0"/>
            </a:endParaRPr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Book Antiqua" panose="02040602050305030304" pitchFamily="18" charset="0"/>
              </a:rPr>
              <a:t>Presented By: Esivwekpe Efemini </a:t>
            </a:r>
          </a:p>
          <a:p>
            <a:pPr indent="-228600" defTabSz="914400">
              <a:lnSpc>
                <a:spcPct val="120000"/>
              </a:lnSpc>
              <a:spcAft>
                <a:spcPts val="6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sz="2400" dirty="0">
                <a:latin typeface="Book Antiqua" panose="02040602050305030304" pitchFamily="18" charset="0"/>
              </a:rPr>
              <a:t>Date: 29</a:t>
            </a:r>
            <a:r>
              <a:rPr lang="en-US" sz="2400" baseline="30000" dirty="0">
                <a:latin typeface="Book Antiqua" panose="02040602050305030304" pitchFamily="18" charset="0"/>
              </a:rPr>
              <a:t>th</a:t>
            </a:r>
            <a:r>
              <a:rPr lang="en-US" sz="2400" dirty="0">
                <a:latin typeface="Book Antiqua" panose="02040602050305030304" pitchFamily="18" charset="0"/>
              </a:rPr>
              <a:t>  December 2025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19547068-6F01-9C7F-8208-18EB26414CD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21376" r="3626"/>
          <a:stretch>
            <a:fillRect/>
          </a:stretch>
        </p:blipFill>
        <p:spPr>
          <a:xfrm>
            <a:off x="228" y="10"/>
            <a:ext cx="9143772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03" y="1193800"/>
            <a:ext cx="2394787" cy="4699000"/>
          </a:xfrm>
        </p:spPr>
        <p:txBody>
          <a:bodyPr anchor="ctr">
            <a:normAutofit/>
          </a:bodyPr>
          <a:lstStyle/>
          <a:p>
            <a:r>
              <a:rPr lang="en-US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2477" y="1193800"/>
            <a:ext cx="4563818" cy="4699000"/>
          </a:xfrm>
        </p:spPr>
        <p:txBody>
          <a:bodyPr anchor="ctr">
            <a:normAutofit fontScale="92500" lnSpcReduction="20000"/>
          </a:bodyPr>
          <a:lstStyle/>
          <a:p>
            <a:pPr>
              <a:buClr>
                <a:srgbClr val="5DA0F4"/>
              </a:buClr>
            </a:pPr>
            <a:r>
              <a:rPr lang="en-US" dirty="0"/>
              <a:t>The purpose of this project is to leverage data analytics and machine learning to optimize shift performance by identifying key performance drivers, forecasting shift efficiency, and implementing data-driven scheduling.</a:t>
            </a:r>
          </a:p>
          <a:p>
            <a:pPr>
              <a:buClr>
                <a:srgbClr val="5DA0F4"/>
              </a:buClr>
            </a:pPr>
            <a:r>
              <a:rPr lang="en-US" dirty="0"/>
              <a:t>Enhance shift-level performance to standardize output, minimize inefficiencies, and boost overall operational efficiency across </a:t>
            </a:r>
            <a:r>
              <a:rPr lang="en-US" dirty="0" err="1"/>
              <a:t>NorDex</a:t>
            </a:r>
            <a:r>
              <a:rPr lang="en-US" dirty="0"/>
              <a:t> plants.</a:t>
            </a:r>
            <a:endParaRPr lang="en-US" dirty="0">
              <a:latin typeface="Book Antiqua" panose="02040602050305030304" pitchFamily="18" charset="0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90" y="2303047"/>
            <a:ext cx="2822664" cy="2674198"/>
          </a:xfrm>
        </p:spPr>
        <p:txBody>
          <a:bodyPr anchor="t">
            <a:normAutofit/>
          </a:bodyPr>
          <a:lstStyle/>
          <a:p>
            <a:r>
              <a:rPr lang="en-US" dirty="0"/>
              <a:t>Project objectives</a:t>
            </a:r>
            <a:endParaRPr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B628A9A-38AE-7B4F-598E-B32076AC0B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5685644"/>
              </p:ext>
            </p:extLst>
          </p:nvPr>
        </p:nvGraphicFramePr>
        <p:xfrm>
          <a:off x="3856434" y="803275"/>
          <a:ext cx="4435078" cy="46370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1303020"/>
            <a:ext cx="7202456" cy="550734"/>
          </a:xfrm>
        </p:spPr>
        <p:txBody>
          <a:bodyPr>
            <a:normAutofit fontScale="90000"/>
          </a:bodyPr>
          <a:lstStyle/>
          <a:p>
            <a:r>
              <a:rPr lang="en-US" sz="2700" b="1"/>
              <a:t>Expectations &amp; Success Criteria</a:t>
            </a:r>
            <a:br>
              <a:rPr lang="en-US" sz="2700" b="1"/>
            </a:br>
            <a:endParaRPr lang="en-US" sz="27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684" y="2015734"/>
            <a:ext cx="5254966" cy="3450613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10000"/>
              </a:lnSpc>
            </a:pPr>
            <a:r>
              <a:rPr lang="en-US" b="1" dirty="0">
                <a:latin typeface="Book Antiqua" panose="02040602050305030304" pitchFamily="18" charset="0"/>
              </a:rPr>
              <a:t>What success looks like</a:t>
            </a:r>
            <a:endParaRPr lang="en-US" dirty="0">
              <a:latin typeface="Book Antiqua" panose="0204060205030503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dirty="0">
                <a:latin typeface="Book Antiqua" panose="02040602050305030304" pitchFamily="18" charset="0"/>
              </a:rPr>
              <a:t>Clear identification of:</a:t>
            </a:r>
          </a:p>
          <a:p>
            <a:pPr lvl="1">
              <a:lnSpc>
                <a:spcPct val="110000"/>
              </a:lnSpc>
            </a:pPr>
            <a:r>
              <a:rPr lang="en-US" dirty="0">
                <a:latin typeface="Book Antiqua" panose="02040602050305030304" pitchFamily="18" charset="0"/>
              </a:rPr>
              <a:t>High-performing and underperforming shifts</a:t>
            </a:r>
          </a:p>
          <a:p>
            <a:pPr lvl="1">
              <a:lnSpc>
                <a:spcPct val="110000"/>
              </a:lnSpc>
            </a:pPr>
            <a:r>
              <a:rPr lang="en-US" dirty="0">
                <a:latin typeface="Book Antiqua" panose="02040602050305030304" pitchFamily="18" charset="0"/>
              </a:rPr>
              <a:t>Quality risk areas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Book Antiqua" panose="02040602050305030304" pitchFamily="18" charset="0"/>
              </a:rPr>
              <a:t>Easy access to KPIs for managers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Book Antiqua" panose="02040602050305030304" pitchFamily="18" charset="0"/>
              </a:rPr>
              <a:t>Reduction in manual reporting effort</a:t>
            </a:r>
          </a:p>
          <a:p>
            <a:pPr>
              <a:lnSpc>
                <a:spcPct val="110000"/>
              </a:lnSpc>
            </a:pPr>
            <a:r>
              <a:rPr lang="en-US" dirty="0">
                <a:latin typeface="Book Antiqua" panose="02040602050305030304" pitchFamily="18" charset="0"/>
              </a:rPr>
              <a:t>Foundation for future predictive analytics</a:t>
            </a:r>
          </a:p>
          <a:p>
            <a:pPr>
              <a:lnSpc>
                <a:spcPct val="110000"/>
              </a:lnSpc>
            </a:pPr>
            <a:endParaRPr lang="en-US" dirty="0">
              <a:latin typeface="Book Antiqua" panose="02040602050305030304" pitchFamily="18" charset="0"/>
            </a:endParaRPr>
          </a:p>
        </p:txBody>
      </p:sp>
      <p:pic>
        <p:nvPicPr>
          <p:cNvPr id="7" name="Graphic 6" descr="Gauge">
            <a:extLst>
              <a:ext uri="{FF2B5EF4-FFF2-40B4-BE49-F238E27FC236}">
                <a16:creationId xmlns:a16="http://schemas.microsoft.com/office/drawing/2014/main" id="{791F2309-E13F-3300-0FF2-B4EB6985C7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567" y="2643754"/>
            <a:ext cx="2194573" cy="21945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lue blocks and networks technology background">
            <a:extLst>
              <a:ext uri="{FF2B5EF4-FFF2-40B4-BE49-F238E27FC236}">
                <a16:creationId xmlns:a16="http://schemas.microsoft.com/office/drawing/2014/main" id="{07A58028-B587-53C5-E34D-AF1992FE7B8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r="25002" b="-446"/>
          <a:stretch>
            <a:fillRect/>
          </a:stretch>
        </p:blipFill>
        <p:spPr>
          <a:xfrm>
            <a:off x="228" y="10"/>
            <a:ext cx="9143772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313" y="228601"/>
            <a:ext cx="2583177" cy="6446519"/>
          </a:xfrm>
        </p:spPr>
        <p:txBody>
          <a:bodyPr anchor="ctr">
            <a:normAutofit/>
          </a:bodyPr>
          <a:lstStyle/>
          <a:p>
            <a:r>
              <a:rPr lang="en-US" sz="2400" dirty="0">
                <a:latin typeface="Book Antiqua" panose="02040602050305030304" pitchFamily="18" charset="0"/>
              </a:rPr>
              <a:t>Solution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1760" y="10"/>
            <a:ext cx="6297927" cy="6755120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latin typeface="Book Antiqua" panose="02040602050305030304" pitchFamily="18" charset="0"/>
              </a:rPr>
              <a:t>Data Integration &amp; Reliability</a:t>
            </a:r>
          </a:p>
          <a:p>
            <a:pPr>
              <a:lnSpc>
                <a:spcPct val="110000"/>
              </a:lnSpc>
            </a:pPr>
            <a:r>
              <a:rPr lang="en-US" sz="1600" dirty="0">
                <a:latin typeface="Book Antiqua" panose="02040602050305030304" pitchFamily="18" charset="0"/>
              </a:rPr>
              <a:t>Integrated Nordex manufacturing data using </a:t>
            </a:r>
            <a:r>
              <a:rPr lang="en-US" sz="1600" dirty="0" err="1">
                <a:latin typeface="Book Antiqua" panose="02040602050305030304" pitchFamily="18" charset="0"/>
              </a:rPr>
              <a:t>pyodbc</a:t>
            </a:r>
            <a:r>
              <a:rPr lang="en-US" sz="1600" dirty="0">
                <a:latin typeface="Book Antiqua" panose="02040602050305030304" pitchFamily="18" charset="0"/>
              </a:rPr>
              <a:t> for secure SQL server connectivity</a:t>
            </a:r>
          </a:p>
          <a:p>
            <a:pPr>
              <a:lnSpc>
                <a:spcPct val="110000"/>
              </a:lnSpc>
            </a:pPr>
            <a:r>
              <a:rPr lang="en-US" sz="1600" dirty="0">
                <a:latin typeface="Book Antiqua" panose="02040602050305030304" pitchFamily="18" charset="0"/>
              </a:rPr>
              <a:t>Enabled real-time data ingestion to support timely and reliable insights</a:t>
            </a:r>
          </a:p>
          <a:p>
            <a:pPr>
              <a:lnSpc>
                <a:spcPct val="110000"/>
              </a:lnSpc>
            </a:pPr>
            <a:r>
              <a:rPr lang="en-US" sz="1600" dirty="0">
                <a:latin typeface="Book Antiqua" panose="02040602050305030304" pitchFamily="18" charset="0"/>
              </a:rPr>
              <a:t>Automated data cleaning and feature engineering to ensure high data quality</a:t>
            </a:r>
          </a:p>
          <a:p>
            <a:pPr>
              <a:lnSpc>
                <a:spcPct val="110000"/>
              </a:lnSpc>
            </a:pPr>
            <a:endParaRPr lang="en-US" sz="1600" dirty="0">
              <a:latin typeface="Book Antiqua" panose="0204060205030503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latin typeface="Book Antiqua" panose="02040602050305030304" pitchFamily="18" charset="0"/>
              </a:rPr>
              <a:t>Predictive Modeling Approach</a:t>
            </a:r>
          </a:p>
          <a:p>
            <a:pPr>
              <a:lnSpc>
                <a:spcPct val="110000"/>
              </a:lnSpc>
            </a:pPr>
            <a:r>
              <a:rPr lang="en-US" sz="1600" dirty="0">
                <a:latin typeface="Book Antiqua" panose="02040602050305030304" pitchFamily="18" charset="0"/>
              </a:rPr>
              <a:t>Applied a Gradient Boosting Regressor to achieve strong predictive performance</a:t>
            </a:r>
          </a:p>
          <a:p>
            <a:pPr>
              <a:lnSpc>
                <a:spcPct val="110000"/>
              </a:lnSpc>
            </a:pPr>
            <a:r>
              <a:rPr lang="en-US" sz="1600" dirty="0">
                <a:latin typeface="Book Antiqua" panose="02040602050305030304" pitchFamily="18" charset="0"/>
              </a:rPr>
              <a:t>Leveraged feature preprocessing to capture key operational patterns</a:t>
            </a:r>
          </a:p>
          <a:p>
            <a:pPr>
              <a:lnSpc>
                <a:spcPct val="110000"/>
              </a:lnSpc>
            </a:pPr>
            <a:r>
              <a:rPr lang="en-US" sz="1600" dirty="0">
                <a:latin typeface="Book Antiqua" panose="02040602050305030304" pitchFamily="18" charset="0"/>
              </a:rPr>
              <a:t>Validated results using R² Score and Mean Absolute Error to ensure model accuracy</a:t>
            </a:r>
          </a:p>
          <a:p>
            <a:pPr>
              <a:lnSpc>
                <a:spcPct val="110000"/>
              </a:lnSpc>
            </a:pPr>
            <a:endParaRPr lang="en-US" sz="1600" dirty="0">
              <a:latin typeface="Book Antiqua" panose="0204060205030503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latin typeface="Book Antiqua" panose="02040602050305030304" pitchFamily="18" charset="0"/>
              </a:rPr>
              <a:t>Insights, Monitoring &amp; Value Delivery</a:t>
            </a:r>
          </a:p>
          <a:p>
            <a:pPr>
              <a:lnSpc>
                <a:spcPct val="110000"/>
              </a:lnSpc>
            </a:pPr>
            <a:r>
              <a:rPr lang="en-US" sz="1600" dirty="0">
                <a:latin typeface="Book Antiqua" panose="02040602050305030304" pitchFamily="18" charset="0"/>
              </a:rPr>
              <a:t>Developed real-time dashboards for continuous performance monitoring</a:t>
            </a:r>
          </a:p>
          <a:p>
            <a:pPr>
              <a:lnSpc>
                <a:spcPct val="110000"/>
              </a:lnSpc>
            </a:pPr>
            <a:r>
              <a:rPr lang="en-US" sz="1600" dirty="0">
                <a:latin typeface="Book Antiqua" panose="02040602050305030304" pitchFamily="18" charset="0"/>
              </a:rPr>
              <a:t>Delivered analytics to support performance optimization initiatives</a:t>
            </a:r>
          </a:p>
          <a:p>
            <a:pPr>
              <a:lnSpc>
                <a:spcPct val="110000"/>
              </a:lnSpc>
            </a:pPr>
            <a:r>
              <a:rPr lang="en-US" sz="1600" dirty="0">
                <a:latin typeface="Book Antiqua" panose="02040602050305030304" pitchFamily="18" charset="0"/>
              </a:rPr>
              <a:t>Enabled predictive simulation capabilities to evaluate potential operational scenarios</a:t>
            </a:r>
          </a:p>
          <a:p>
            <a:pPr>
              <a:lnSpc>
                <a:spcPct val="110000"/>
              </a:lnSpc>
            </a:pPr>
            <a:endParaRPr lang="en-US" sz="1100" dirty="0">
              <a:latin typeface="Book Antiqua" panose="02040602050305030304" pitchFamily="18" charset="0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35A04CF-97D4-4FF7-B359-C546B1F6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3315999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74171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1412489"/>
            <a:ext cx="2153321" cy="21566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600" b="1" kern="1200" dirty="0">
                <a:solidFill>
                  <a:srgbClr val="FFFFFF"/>
                </a:solidFill>
                <a:latin typeface="Book Antiqua" panose="02040602050305030304" pitchFamily="18" charset="0"/>
              </a:rPr>
              <a:t>Operational Performance Insights &amp;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74171" y="114300"/>
            <a:ext cx="5844099" cy="5817870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buNone/>
            </a:pPr>
            <a:r>
              <a:rPr lang="en-US" sz="1600" b="1" dirty="0">
                <a:latin typeface="Book Antiqua" panose="02040602050305030304" pitchFamily="18" charset="0"/>
              </a:rPr>
              <a:t>Shift-Level Performance Comparison</a:t>
            </a:r>
          </a:p>
          <a:p>
            <a:r>
              <a:rPr lang="en-US" sz="1600" b="1" dirty="0">
                <a:latin typeface="Book Antiqua" panose="02040602050305030304" pitchFamily="18" charset="0"/>
              </a:rPr>
              <a:t>Morning Shift:</a:t>
            </a:r>
            <a:r>
              <a:rPr lang="en-US" sz="1600" dirty="0">
                <a:latin typeface="Book Antiqua" panose="02040602050305030304" pitchFamily="18" charset="0"/>
              </a:rPr>
              <a:t> Delivers the highest efficiency and output, directly contributing to increased throughput and lower unit cost</a:t>
            </a:r>
          </a:p>
          <a:p>
            <a:r>
              <a:rPr lang="en-US" sz="1600" b="1" dirty="0">
                <a:latin typeface="Book Antiqua" panose="02040602050305030304" pitchFamily="18" charset="0"/>
              </a:rPr>
              <a:t>Evening Shift:</a:t>
            </a:r>
            <a:r>
              <a:rPr lang="en-US" sz="1600" dirty="0">
                <a:latin typeface="Book Antiqua" panose="02040602050305030304" pitchFamily="18" charset="0"/>
              </a:rPr>
              <a:t> Maintains stable performance, offering potential for incremental efficiency gains</a:t>
            </a:r>
          </a:p>
          <a:p>
            <a:r>
              <a:rPr lang="en-US" sz="1600" b="1" dirty="0">
                <a:latin typeface="Book Antiqua" panose="02040602050305030304" pitchFamily="18" charset="0"/>
              </a:rPr>
              <a:t>Night Shift:</a:t>
            </a:r>
            <a:r>
              <a:rPr lang="en-US" sz="1600" dirty="0">
                <a:latin typeface="Book Antiqua" panose="02040602050305030304" pitchFamily="18" charset="0"/>
              </a:rPr>
              <a:t> Presents improvement opportunities that can reduce variability, rework, and operational risk</a:t>
            </a:r>
          </a:p>
          <a:p>
            <a:endParaRPr lang="en-US" sz="1600" dirty="0">
              <a:latin typeface="Book Antiqua" panose="0204060205030503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latin typeface="Book Antiqua" panose="02040602050305030304" pitchFamily="18" charset="0"/>
              </a:rPr>
              <a:t>Key Drivers of Operational Performance</a:t>
            </a:r>
          </a:p>
          <a:p>
            <a:r>
              <a:rPr lang="en-US" sz="1600" b="1" dirty="0">
                <a:latin typeface="Book Antiqua" panose="02040602050305030304" pitchFamily="18" charset="0"/>
              </a:rPr>
              <a:t>Production Volume:</a:t>
            </a:r>
            <a:r>
              <a:rPr lang="en-US" sz="1600" dirty="0">
                <a:latin typeface="Book Antiqua" panose="02040602050305030304" pitchFamily="18" charset="0"/>
              </a:rPr>
              <a:t> Primary contributor to overall efficiency and revenue realization</a:t>
            </a:r>
          </a:p>
          <a:p>
            <a:r>
              <a:rPr lang="en-US" sz="1600" b="1" dirty="0">
                <a:latin typeface="Book Antiqua" panose="02040602050305030304" pitchFamily="18" charset="0"/>
              </a:rPr>
              <a:t>Operator Experience:</a:t>
            </a:r>
            <a:r>
              <a:rPr lang="en-US" sz="1600" dirty="0">
                <a:latin typeface="Book Antiqua" panose="02040602050305030304" pitchFamily="18" charset="0"/>
              </a:rPr>
              <a:t> Higher experience levels reduce defects and associated rework costs</a:t>
            </a:r>
          </a:p>
          <a:p>
            <a:r>
              <a:rPr lang="en-US" sz="1600" b="1" dirty="0">
                <a:latin typeface="Book Antiqua" panose="02040602050305030304" pitchFamily="18" charset="0"/>
              </a:rPr>
              <a:t>Downtime Duration:</a:t>
            </a:r>
            <a:r>
              <a:rPr lang="en-US" sz="1600" dirty="0">
                <a:latin typeface="Book Antiqua" panose="02040602050305030304" pitchFamily="18" charset="0"/>
              </a:rPr>
              <a:t> Directly impacts </a:t>
            </a:r>
            <a:r>
              <a:rPr lang="en-US" sz="1600" b="1" dirty="0">
                <a:latin typeface="Book Antiqua" panose="02040602050305030304" pitchFamily="18" charset="0"/>
              </a:rPr>
              <a:t>Overall Equipment Effectiveness (OEE)</a:t>
            </a:r>
            <a:r>
              <a:rPr lang="en-US" sz="1600" dirty="0">
                <a:latin typeface="Book Antiqua" panose="02040602050305030304" pitchFamily="18" charset="0"/>
              </a:rPr>
              <a:t> and asset utilization</a:t>
            </a:r>
          </a:p>
          <a:p>
            <a:r>
              <a:rPr lang="en-US" sz="1600" b="1" dirty="0">
                <a:latin typeface="Book Antiqua" panose="02040602050305030304" pitchFamily="18" charset="0"/>
              </a:rPr>
              <a:t>Environmental Conditions:</a:t>
            </a:r>
            <a:r>
              <a:rPr lang="en-US" sz="1600" dirty="0">
                <a:latin typeface="Book Antiqua" panose="02040602050305030304" pitchFamily="18" charset="0"/>
              </a:rPr>
              <a:t> Temperature and humidity influence process stability and output consistency</a:t>
            </a:r>
          </a:p>
          <a:p>
            <a:r>
              <a:rPr lang="en-US" sz="1600" b="1" dirty="0">
                <a:latin typeface="Book Antiqua" panose="02040602050305030304" pitchFamily="18" charset="0"/>
              </a:rPr>
              <a:t>Maintenance Strategy:</a:t>
            </a:r>
            <a:r>
              <a:rPr lang="en-US" sz="1600" dirty="0">
                <a:latin typeface="Book Antiqua" panose="02040602050305030304" pitchFamily="18" charset="0"/>
              </a:rPr>
              <a:t> Preventive maintenance minimizes unplanned downtime and improves cost predictability</a:t>
            </a:r>
          </a:p>
          <a:p>
            <a:endParaRPr lang="en-US" sz="1400" dirty="0">
              <a:latin typeface="Book Antiqua" panose="0204060205030503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1F5262-869F-178E-30F3-097F0CBA1A8A}"/>
              </a:ext>
            </a:extLst>
          </p:cNvPr>
          <p:cNvSpPr txBox="1"/>
          <p:nvPr/>
        </p:nvSpPr>
        <p:spPr>
          <a:xfrm>
            <a:off x="1463040" y="5932170"/>
            <a:ext cx="7429499" cy="8115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700" b="1" dirty="0">
                <a:solidFill>
                  <a:schemeClr val="accent3">
                    <a:lumMod val="50000"/>
                  </a:schemeClr>
                </a:solidFill>
              </a:rPr>
              <a:t>Targeted improvements in shift performance, maintenance strategy, and quality control can significantly reduce costs, improve OEE, and increase production reliability.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4BB969-6509-1BA1-E7C4-59742EA5D46F}"/>
              </a:ext>
            </a:extLst>
          </p:cNvPr>
          <p:cNvSpPr txBox="1"/>
          <p:nvPr/>
        </p:nvSpPr>
        <p:spPr>
          <a:xfrm>
            <a:off x="6338703" y="1412489"/>
            <a:ext cx="2194560" cy="43638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7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9213" y="227700"/>
            <a:ext cx="4987197" cy="16429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5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Machine Learning Model Performance &amp; Business Value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C31B717-7C7A-194E-0629-DF2AF8030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" y="1691639"/>
            <a:ext cx="5543755" cy="51663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Book Antiqua" panose="02040602050305030304" pitchFamily="18" charset="0"/>
              </a:rPr>
              <a:t>Model Evaluation Summary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Book Antiqua" panose="02040602050305030304" pitchFamily="18" charset="0"/>
              </a:rPr>
              <a:t>Compared baseline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effectLst/>
                <a:latin typeface="Book Antiqua" panose="02040602050305030304" pitchFamily="18" charset="0"/>
              </a:rPr>
              <a:t>Linear Regression with Gradient Boosting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Book Antiqua" panose="02040602050305030304" pitchFamily="18" charset="0"/>
              </a:rPr>
              <a:t>Performance assessed using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Book Antiqua" panose="02040602050305030304" pitchFamily="18" charset="0"/>
              </a:rPr>
              <a:t>R²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Book Antiqua" panose="02040602050305030304" pitchFamily="18" charset="0"/>
              </a:rPr>
              <a:t> (predictive accuracy)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Book Antiqua" panose="02040602050305030304" pitchFamily="18" charset="0"/>
              </a:rPr>
              <a:t>Mean Absolute Error (MAE)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Book Antiqua" panose="02040602050305030304" pitchFamily="18" charset="0"/>
            </a:endParaRPr>
          </a:p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Book Antiqua" panose="02040602050305030304" pitchFamily="18" charset="0"/>
              </a:rPr>
              <a:t>Model Selection Rationale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effectLst/>
                <a:latin typeface="Book Antiqua" panose="02040602050305030304" pitchFamily="18" charset="0"/>
              </a:rPr>
              <a:t>Gradient Boosting Regressor demonstrated higher predictive accuracy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effectLst/>
                <a:latin typeface="Book Antiqua" panose="02040602050305030304" pitchFamily="18" charset="0"/>
              </a:rPr>
              <a:t>Better at capturing complex relationships in operational data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effectLst/>
                <a:latin typeface="Book Antiqua" panose="02040602050305030304" pitchFamily="18" charset="0"/>
              </a:rPr>
              <a:t>Lower prediction error improves reliability of forecasts and planning</a:t>
            </a:r>
          </a:p>
          <a:p>
            <a:pPr marR="0" lvl="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effectLst/>
                <a:latin typeface="Book Antiqua" panose="02040602050305030304" pitchFamily="18" charset="0"/>
              </a:rPr>
              <a:t>Key Business Capabilities Enabled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effectLst/>
                <a:latin typeface="Book Antiqua" panose="02040602050305030304" pitchFamily="18" charset="0"/>
              </a:rPr>
              <a:t>Predicts production efficiency and output trends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effectLst/>
                <a:latin typeface="Book Antiqua" panose="02040602050305030304" pitchFamily="18" charset="0"/>
              </a:rPr>
              <a:t>Identifies operational configurations impacting performance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effectLst/>
                <a:latin typeface="Book Antiqua" panose="02040602050305030304" pitchFamily="18" charset="0"/>
              </a:rPr>
              <a:t>Supports scenario planning and proactive decision-making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effectLst/>
                <a:latin typeface="Book Antiqua" panose="02040602050305030304" pitchFamily="18" charset="0"/>
              </a:rPr>
              <a:t>Enhances confidence in data-driven management actions</a:t>
            </a:r>
          </a:p>
          <a:p>
            <a:pPr marL="0" marR="0" lvl="0" indent="-228600"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effectLst/>
              <a:latin typeface="Book Antiqua" panose="02040602050305030304" pitchFamily="18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5"/>
            <a:ext cx="306939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"/>
            <a:ext cx="306939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2"/>
            <a:ext cx="3051501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10"/>
            <a:ext cx="2708601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A6F97D3-F2D7-89EB-D2A5-D4D04DCE7C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9747200"/>
              </p:ext>
            </p:extLst>
          </p:nvPr>
        </p:nvGraphicFramePr>
        <p:xfrm>
          <a:off x="5703775" y="2322798"/>
          <a:ext cx="3177335" cy="2165832"/>
        </p:xfrm>
        <a:graphic>
          <a:graphicData uri="http://schemas.openxmlformats.org/drawingml/2006/table">
            <a:tbl>
              <a:tblPr firstRow="1" bandRow="1">
                <a:solidFill>
                  <a:schemeClr val="tx1">
                    <a:lumMod val="75000"/>
                    <a:lumOff val="25000"/>
                  </a:schemeClr>
                </a:solidFill>
                <a:tableStyleId>{9D7B26C5-4107-4FEC-AEDC-1716B250A1EF}</a:tableStyleId>
              </a:tblPr>
              <a:tblGrid>
                <a:gridCol w="1406761">
                  <a:extLst>
                    <a:ext uri="{9D8B030D-6E8A-4147-A177-3AD203B41FA5}">
                      <a16:colId xmlns:a16="http://schemas.microsoft.com/office/drawing/2014/main" val="190725792"/>
                    </a:ext>
                  </a:extLst>
                </a:gridCol>
                <a:gridCol w="918363">
                  <a:extLst>
                    <a:ext uri="{9D8B030D-6E8A-4147-A177-3AD203B41FA5}">
                      <a16:colId xmlns:a16="http://schemas.microsoft.com/office/drawing/2014/main" val="3570526628"/>
                    </a:ext>
                  </a:extLst>
                </a:gridCol>
                <a:gridCol w="852211">
                  <a:extLst>
                    <a:ext uri="{9D8B030D-6E8A-4147-A177-3AD203B41FA5}">
                      <a16:colId xmlns:a16="http://schemas.microsoft.com/office/drawing/2014/main" val="891532250"/>
                    </a:ext>
                  </a:extLst>
                </a:gridCol>
              </a:tblGrid>
              <a:tr h="3907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cap="none" spc="0">
                          <a:solidFill>
                            <a:schemeClr val="bg1"/>
                          </a:solidFill>
                        </a:rPr>
                        <a:t>Model</a:t>
                      </a:r>
                    </a:p>
                  </a:txBody>
                  <a:tcPr marL="122552" marR="195140" marT="94272" marB="942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cap="none" spc="0">
                          <a:solidFill>
                            <a:schemeClr val="bg1"/>
                          </a:solidFill>
                        </a:rPr>
                        <a:t>R²</a:t>
                      </a:r>
                    </a:p>
                  </a:txBody>
                  <a:tcPr marL="122552" marR="195140" marT="94272" marB="942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0" cap="none" spc="0">
                          <a:solidFill>
                            <a:schemeClr val="bg1"/>
                          </a:solidFill>
                        </a:rPr>
                        <a:t>MAE</a:t>
                      </a:r>
                    </a:p>
                  </a:txBody>
                  <a:tcPr marL="122552" marR="195140" marT="94272" marB="942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429695"/>
                  </a:ext>
                </a:extLst>
              </a:tr>
              <a:tr h="7863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bg1"/>
                          </a:solidFill>
                        </a:rPr>
                        <a:t>Linear Regression (Baseline)</a:t>
                      </a:r>
                    </a:p>
                  </a:txBody>
                  <a:tcPr marL="122552" marR="195140" marT="94272" marB="94272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bg1"/>
                          </a:solidFill>
                        </a:rPr>
                        <a:t>0.932</a:t>
                      </a:r>
                    </a:p>
                  </a:txBody>
                  <a:tcPr marL="122552" marR="195140" marT="94272" marB="942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bg1"/>
                          </a:solidFill>
                        </a:rPr>
                        <a:t>2.68</a:t>
                      </a:r>
                    </a:p>
                  </a:txBody>
                  <a:tcPr marL="122552" marR="195140" marT="94272" marB="942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6665172"/>
                  </a:ext>
                </a:extLst>
              </a:tr>
              <a:tr h="7863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cap="none" spc="0">
                          <a:solidFill>
                            <a:schemeClr val="bg1"/>
                          </a:solidFill>
                        </a:rPr>
                        <a:t>Gradient Boosting (Selected)</a:t>
                      </a:r>
                      <a:endParaRPr lang="en-US" sz="15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22552" marR="195140" marT="94272" marB="942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cap="none" spc="0">
                          <a:solidFill>
                            <a:schemeClr val="bg1"/>
                          </a:solidFill>
                        </a:rPr>
                        <a:t>0.945</a:t>
                      </a:r>
                      <a:endParaRPr lang="en-US" sz="1500" cap="none" spc="0">
                        <a:solidFill>
                          <a:schemeClr val="bg1"/>
                        </a:solidFill>
                      </a:endParaRPr>
                    </a:p>
                  </a:txBody>
                  <a:tcPr marL="122552" marR="195140" marT="94272" marB="942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cap="none" spc="0" dirty="0">
                          <a:solidFill>
                            <a:schemeClr val="bg1"/>
                          </a:solidFill>
                        </a:rPr>
                        <a:t>2.41</a:t>
                      </a:r>
                      <a:endParaRPr lang="en-US" sz="1500" cap="none" spc="0" dirty="0">
                        <a:solidFill>
                          <a:schemeClr val="bg1"/>
                        </a:solidFill>
                      </a:endParaRPr>
                    </a:p>
                  </a:txBody>
                  <a:tcPr marL="122552" marR="195140" marT="94272" marB="942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023005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3804" y="1289765"/>
            <a:ext cx="2738325" cy="4270963"/>
          </a:xfrm>
        </p:spPr>
        <p:txBody>
          <a:bodyPr anchor="ctr">
            <a:normAutofit/>
          </a:bodyPr>
          <a:lstStyle/>
          <a:p>
            <a:pPr algn="ctr"/>
            <a:r>
              <a:rPr lang="en-US" sz="3400" b="1" dirty="0">
                <a:solidFill>
                  <a:srgbClr val="FFFFFF"/>
                </a:solidFill>
                <a:effectLst/>
                <a:latin typeface="Book Antiqua" panose="02040602050305030304" pitchFamily="18" charset="0"/>
              </a:rPr>
              <a:t>Interactive Dashboard Capabilities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728B4B-5937-3ECB-390F-AA54C6E87B63}"/>
              </a:ext>
            </a:extLst>
          </p:cNvPr>
          <p:cNvSpPr txBox="1"/>
          <p:nvPr/>
        </p:nvSpPr>
        <p:spPr>
          <a:xfrm>
            <a:off x="788670" y="194310"/>
            <a:ext cx="769239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C6D265-30F8-F289-ACF6-B9BC06FD0D51}"/>
              </a:ext>
            </a:extLst>
          </p:cNvPr>
          <p:cNvSpPr txBox="1"/>
          <p:nvPr/>
        </p:nvSpPr>
        <p:spPr>
          <a:xfrm>
            <a:off x="502920" y="1463040"/>
            <a:ext cx="2914650" cy="50520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E37030-FF1F-00E8-8583-85DC591CDED1}"/>
              </a:ext>
            </a:extLst>
          </p:cNvPr>
          <p:cNvSpPr txBox="1"/>
          <p:nvPr/>
        </p:nvSpPr>
        <p:spPr>
          <a:xfrm>
            <a:off x="617220" y="342900"/>
            <a:ext cx="678942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Book Antiqua" panose="02040602050305030304" pitchFamily="18" charset="0"/>
              </a:rPr>
              <a:t>Interactive Dashboard Capabilities</a:t>
            </a:r>
          </a:p>
          <a:p>
            <a:endParaRPr lang="en-US" sz="2400" dirty="0">
              <a:latin typeface="Book Antiqua" panose="0204060205030503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6D0C2F-5AD5-4735-AA8B-38FDFE750302}"/>
              </a:ext>
            </a:extLst>
          </p:cNvPr>
          <p:cNvSpPr/>
          <p:nvPr/>
        </p:nvSpPr>
        <p:spPr>
          <a:xfrm>
            <a:off x="3202837" y="1134924"/>
            <a:ext cx="2738325" cy="53739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00F6E95-366B-FF80-CE4B-7998AE4CCE3C}"/>
              </a:ext>
            </a:extLst>
          </p:cNvPr>
          <p:cNvSpPr/>
          <p:nvPr/>
        </p:nvSpPr>
        <p:spPr>
          <a:xfrm>
            <a:off x="109117" y="1141175"/>
            <a:ext cx="2738325" cy="53739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46D0BE3-C63F-9E62-2FAF-FF412BE40378}"/>
              </a:ext>
            </a:extLst>
          </p:cNvPr>
          <p:cNvSpPr/>
          <p:nvPr/>
        </p:nvSpPr>
        <p:spPr>
          <a:xfrm>
            <a:off x="6257746" y="1170226"/>
            <a:ext cx="2738325" cy="53739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096D17-59E8-2CFD-F7F1-288ED47DBC40}"/>
              </a:ext>
            </a:extLst>
          </p:cNvPr>
          <p:cNvSpPr txBox="1"/>
          <p:nvPr/>
        </p:nvSpPr>
        <p:spPr>
          <a:xfrm>
            <a:off x="91899" y="1134925"/>
            <a:ext cx="2617012" cy="5355312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Book Antiqua" panose="02040602050305030304" pitchFamily="18" charset="0"/>
              </a:rPr>
              <a:t>         Tab 1: Shift Performance Summary</a:t>
            </a:r>
          </a:p>
          <a:p>
            <a:endParaRPr lang="en-US" b="1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 Antiqua" panose="02040602050305030304" pitchFamily="18" charset="0"/>
              </a:rPr>
              <a:t>Live Key Metrics: Units produced, defect rates, downtime, and Overall Equipment Effectiveness (OEE)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 Antiqua" panose="02040602050305030304" pitchFamily="18" charset="0"/>
              </a:rPr>
              <a:t>Shift Comparison Charts: Visual insights into performance across shifts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 Antiqua" panose="02040602050305030304" pitchFamily="18" charset="0"/>
              </a:rPr>
              <a:t>Monthly Trends: Historical analysis to identify recurring 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 Antiqua" panose="02040602050305030304" pitchFamily="18" charset="0"/>
              </a:rPr>
              <a:t>Efficiency Tracking: Monitor and benchmark shift-level productivity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850348-C24C-290B-C8E4-575A5DE54149}"/>
              </a:ext>
            </a:extLst>
          </p:cNvPr>
          <p:cNvSpPr txBox="1"/>
          <p:nvPr/>
        </p:nvSpPr>
        <p:spPr>
          <a:xfrm>
            <a:off x="3221484" y="1235452"/>
            <a:ext cx="2738325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Book Antiqua" panose="02040602050305030304" pitchFamily="18" charset="0"/>
              </a:rPr>
              <a:t>        Tab 2: Operator &amp; Machine Analytics</a:t>
            </a:r>
          </a:p>
          <a:p>
            <a:endParaRPr lang="en-US" b="1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 Antiqua" panose="02040602050305030304" pitchFamily="18" charset="0"/>
              </a:rPr>
              <a:t>Skill Mix Visualization: Assess operator capabilities and 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 Antiqua" panose="02040602050305030304" pitchFamily="18" charset="0"/>
              </a:rPr>
              <a:t>Defect Correlation: Link operator experience to defect rates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 Antiqua" panose="02040602050305030304" pitchFamily="18" charset="0"/>
              </a:rPr>
              <a:t>Downtime Rankings: Identify machines with highest downtime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 Antiqua" panose="02040602050305030304" pitchFamily="18" charset="0"/>
              </a:rPr>
              <a:t>Maintenance Logs: Track and analyze maintenance events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86D240-D429-7595-3826-70B6BD2150DC}"/>
              </a:ext>
            </a:extLst>
          </p:cNvPr>
          <p:cNvSpPr txBox="1"/>
          <p:nvPr/>
        </p:nvSpPr>
        <p:spPr>
          <a:xfrm>
            <a:off x="6276393" y="1072594"/>
            <a:ext cx="2787597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Book Antiqua" panose="02040602050305030304" pitchFamily="18" charset="0"/>
              </a:rPr>
              <a:t>     </a:t>
            </a:r>
          </a:p>
          <a:p>
            <a:r>
              <a:rPr lang="en-US" b="1" dirty="0">
                <a:latin typeface="Book Antiqua" panose="02040602050305030304" pitchFamily="18" charset="0"/>
              </a:rPr>
              <a:t>          Tab 3: Predictive Insights &amp; Optimization</a:t>
            </a:r>
          </a:p>
          <a:p>
            <a:endParaRPr lang="en-US" b="1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 Antiqua" panose="02040602050305030304" pitchFamily="18" charset="0"/>
              </a:rPr>
              <a:t>Shift Simulator: Test alternative shift configurations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 Antiqua" panose="02040602050305030304" pitchFamily="18" charset="0"/>
              </a:rPr>
              <a:t>Efficiency Forecasting: Predict performance using historical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 Antiqua" panose="02040602050305030304" pitchFamily="18" charset="0"/>
              </a:rPr>
              <a:t>Optimization Explorer: Top 10 actionable recommendations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ook Antiqua" panose="02040602050305030304" pitchFamily="18" charset="0"/>
              </a:rPr>
              <a:t>Scenario Testing: Evaluate potential outcomes before implementation</a:t>
            </a:r>
          </a:p>
        </p:txBody>
      </p:sp>
      <p:pic>
        <p:nvPicPr>
          <p:cNvPr id="25" name="Graphic 24" descr="Bar graph with upward trend with solid fill">
            <a:extLst>
              <a:ext uri="{FF2B5EF4-FFF2-40B4-BE49-F238E27FC236}">
                <a16:creationId xmlns:a16="http://schemas.microsoft.com/office/drawing/2014/main" id="{5DF04F5E-47BA-5387-8C80-D327782B9E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38" y="1154709"/>
            <a:ext cx="532335" cy="308331"/>
          </a:xfrm>
          <a:prstGeom prst="rect">
            <a:avLst/>
          </a:prstGeom>
        </p:spPr>
      </p:pic>
      <p:pic>
        <p:nvPicPr>
          <p:cNvPr id="27" name="Graphic 26" descr="Tools with solid fill">
            <a:extLst>
              <a:ext uri="{FF2B5EF4-FFF2-40B4-BE49-F238E27FC236}">
                <a16:creationId xmlns:a16="http://schemas.microsoft.com/office/drawing/2014/main" id="{8CD5F688-8239-2534-CCA4-30D9E0E01C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82606" y="1266417"/>
            <a:ext cx="470195" cy="348596"/>
          </a:xfrm>
          <a:prstGeom prst="rect">
            <a:avLst/>
          </a:prstGeom>
        </p:spPr>
      </p:pic>
      <p:pic>
        <p:nvPicPr>
          <p:cNvPr id="29" name="Graphic 28" descr="Magnifying glass with solid fill">
            <a:extLst>
              <a:ext uri="{FF2B5EF4-FFF2-40B4-BE49-F238E27FC236}">
                <a16:creationId xmlns:a16="http://schemas.microsoft.com/office/drawing/2014/main" id="{CBE23852-407B-8470-C027-7826510B4B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12305" y="1154709"/>
            <a:ext cx="361799" cy="6515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1416" y="240030"/>
            <a:ext cx="4083287" cy="631116"/>
          </a:xfrm>
        </p:spPr>
        <p:txBody>
          <a:bodyPr anchor="t">
            <a:normAutofit/>
          </a:bodyPr>
          <a:lstStyle/>
          <a:p>
            <a:r>
              <a:rPr lang="en-US" sz="2800" b="1" dirty="0">
                <a:latin typeface="Book Antiqua" panose="02040602050305030304" pitchFamily="18" charset="0"/>
              </a:rPr>
              <a:t>Business Impact &amp; ROI</a:t>
            </a:r>
          </a:p>
        </p:txBody>
      </p:sp>
      <p:pic>
        <p:nvPicPr>
          <p:cNvPr id="13" name="Picture 12" descr="Desk with productivity items">
            <a:extLst>
              <a:ext uri="{FF2B5EF4-FFF2-40B4-BE49-F238E27FC236}">
                <a16:creationId xmlns:a16="http://schemas.microsoft.com/office/drawing/2014/main" id="{97D12766-7964-B0C1-34D1-09EC3E7B3F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823" r="23573" b="-1"/>
          <a:stretch>
            <a:fillRect/>
          </a:stretch>
        </p:blipFill>
        <p:spPr>
          <a:xfrm>
            <a:off x="373000" y="84231"/>
            <a:ext cx="3369120" cy="6857990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78772" y="871146"/>
            <a:ext cx="552705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1911" y="982982"/>
            <a:ext cx="5292090" cy="515940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latin typeface="Book Antiqua" panose="02040602050305030304" pitchFamily="18" charset="0"/>
              </a:rPr>
              <a:t> Quantifiable Benefits</a:t>
            </a:r>
          </a:p>
          <a:p>
            <a:pPr marL="0" indent="0">
              <a:buNone/>
            </a:pPr>
            <a:r>
              <a:rPr lang="en-US" sz="1600" dirty="0">
                <a:latin typeface="Book Antiqua" panose="02040602050305030304" pitchFamily="18" charset="0"/>
              </a:rPr>
              <a:t>⚙️</a:t>
            </a:r>
            <a:r>
              <a:rPr lang="en-US" sz="1600" b="1" dirty="0">
                <a:latin typeface="Book Antiqua" panose="02040602050305030304" pitchFamily="18" charset="0"/>
              </a:rPr>
              <a:t>Operational Efficiency</a:t>
            </a:r>
          </a:p>
          <a:p>
            <a:r>
              <a:rPr lang="en-US" sz="1600" dirty="0">
                <a:latin typeface="Book Antiqua" panose="02040602050305030304" pitchFamily="18" charset="0"/>
              </a:rPr>
              <a:t>Enhanced unit-level performance</a:t>
            </a:r>
          </a:p>
          <a:p>
            <a:r>
              <a:rPr lang="en-US" sz="1600" dirty="0">
                <a:latin typeface="Book Antiqua" panose="02040602050305030304" pitchFamily="18" charset="0"/>
              </a:rPr>
              <a:t>Lower defect rates via intelligent scheduling</a:t>
            </a:r>
          </a:p>
          <a:p>
            <a:r>
              <a:rPr lang="en-US" sz="1600" dirty="0">
                <a:latin typeface="Book Antiqua" panose="02040602050305030304" pitchFamily="18" charset="0"/>
              </a:rPr>
              <a:t>Predictive maintenance reduces unplanned downtime</a:t>
            </a:r>
          </a:p>
          <a:p>
            <a:pPr marL="0" indent="0">
              <a:buNone/>
            </a:pPr>
            <a:r>
              <a:rPr lang="en-US" sz="1600" dirty="0">
                <a:latin typeface="Book Antiqua" panose="02040602050305030304" pitchFamily="18" charset="0"/>
              </a:rPr>
              <a:t>📊 </a:t>
            </a:r>
            <a:r>
              <a:rPr lang="en-US" sz="1600" b="1" dirty="0">
                <a:latin typeface="Book Antiqua" panose="02040602050305030304" pitchFamily="18" charset="0"/>
              </a:rPr>
              <a:t>Decision Making</a:t>
            </a:r>
          </a:p>
          <a:p>
            <a:r>
              <a:rPr lang="en-US" sz="1600" dirty="0">
                <a:latin typeface="Book Antiqua" panose="02040602050305030304" pitchFamily="18" charset="0"/>
              </a:rPr>
              <a:t>Smarter shift planning with real-time data</a:t>
            </a:r>
          </a:p>
          <a:p>
            <a:r>
              <a:rPr lang="en-US" sz="1600" dirty="0">
                <a:latin typeface="Book Antiqua" panose="02040602050305030304" pitchFamily="18" charset="0"/>
              </a:rPr>
              <a:t>Continuous performance monitoring</a:t>
            </a:r>
          </a:p>
          <a:p>
            <a:r>
              <a:rPr lang="en-US" sz="1600" dirty="0">
                <a:latin typeface="Book Antiqua" panose="02040602050305030304" pitchFamily="18" charset="0"/>
              </a:rPr>
              <a:t>AI-driven resource allocation</a:t>
            </a:r>
          </a:p>
          <a:p>
            <a:pPr marL="0" indent="0">
              <a:buNone/>
            </a:pPr>
            <a:r>
              <a:rPr lang="en-US" sz="1600" dirty="0">
                <a:latin typeface="Book Antiqua" panose="02040602050305030304" pitchFamily="18" charset="0"/>
              </a:rPr>
              <a:t>💰 </a:t>
            </a:r>
            <a:r>
              <a:rPr lang="en-US" sz="1600" b="1" dirty="0">
                <a:latin typeface="Book Antiqua" panose="02040602050305030304" pitchFamily="18" charset="0"/>
              </a:rPr>
              <a:t>Cost Savings</a:t>
            </a:r>
          </a:p>
          <a:p>
            <a:r>
              <a:rPr lang="en-US" sz="1600" dirty="0">
                <a:latin typeface="Book Antiqua" panose="02040602050305030304" pitchFamily="18" charset="0"/>
              </a:rPr>
              <a:t>Reduced rework through defect prevention</a:t>
            </a:r>
          </a:p>
          <a:p>
            <a:r>
              <a:rPr lang="en-US" sz="1600" dirty="0">
                <a:latin typeface="Book Antiqua" panose="02040602050305030304" pitchFamily="18" charset="0"/>
              </a:rPr>
              <a:t>Optimized operator deployment</a:t>
            </a:r>
          </a:p>
          <a:p>
            <a:r>
              <a:rPr lang="en-US" sz="1600" dirty="0">
                <a:latin typeface="Book Antiqua" panose="02040602050305030304" pitchFamily="18" charset="0"/>
              </a:rPr>
              <a:t>Lower spare part consumption</a:t>
            </a:r>
          </a:p>
          <a:p>
            <a:pPr marL="0" indent="0">
              <a:buNone/>
            </a:pPr>
            <a:r>
              <a:rPr lang="en-US" sz="1600" dirty="0">
                <a:latin typeface="Book Antiqua" panose="02040602050305030304" pitchFamily="18" charset="0"/>
              </a:rPr>
              <a:t>💎 </a:t>
            </a:r>
            <a:r>
              <a:rPr lang="en-US" sz="1600" b="1" dirty="0">
                <a:latin typeface="Book Antiqua" panose="02040602050305030304" pitchFamily="18" charset="0"/>
              </a:rPr>
              <a:t>Strategic Advantages</a:t>
            </a:r>
          </a:p>
          <a:p>
            <a:r>
              <a:rPr lang="en-US" sz="1600" dirty="0">
                <a:latin typeface="Book Antiqua" panose="02040602050305030304" pitchFamily="18" charset="0"/>
              </a:rPr>
              <a:t>Competitive edge through operational excellence</a:t>
            </a:r>
          </a:p>
          <a:p>
            <a:r>
              <a:rPr lang="en-US" sz="1600" dirty="0">
                <a:latin typeface="Book Antiqua" panose="02040602050305030304" pitchFamily="18" charset="0"/>
              </a:rPr>
              <a:t>Scalable framework for future expansion</a:t>
            </a:r>
          </a:p>
          <a:p>
            <a:r>
              <a:rPr lang="en-US" sz="1600" dirty="0">
                <a:latin typeface="Book Antiqua" panose="02040602050305030304" pitchFamily="18" charset="0"/>
              </a:rPr>
              <a:t>Foundation for Industry 4.0 transformation</a:t>
            </a:r>
          </a:p>
          <a:p>
            <a:endParaRPr lang="en-US" sz="1600" dirty="0">
              <a:latin typeface="Book Antiqua" panose="0204060205030503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E48D7F-A356-7438-E122-0A81F10B543A}"/>
              </a:ext>
            </a:extLst>
          </p:cNvPr>
          <p:cNvSpPr txBox="1"/>
          <p:nvPr/>
        </p:nvSpPr>
        <p:spPr>
          <a:xfrm>
            <a:off x="320040" y="274320"/>
            <a:ext cx="87210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ook Antiqua" panose="02040602050305030304" pitchFamily="18" charset="0"/>
              </a:rPr>
              <a:t>Strategic Recommendations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1E3F884-56E8-B149-8569-C2539B1F5143}"/>
              </a:ext>
            </a:extLst>
          </p:cNvPr>
          <p:cNvSpPr/>
          <p:nvPr/>
        </p:nvSpPr>
        <p:spPr>
          <a:xfrm>
            <a:off x="234315" y="939003"/>
            <a:ext cx="8183880" cy="1680210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8C1DBE8-CBC0-A3C0-B9D8-E4D0A08B221E}"/>
              </a:ext>
            </a:extLst>
          </p:cNvPr>
          <p:cNvSpPr/>
          <p:nvPr/>
        </p:nvSpPr>
        <p:spPr>
          <a:xfrm>
            <a:off x="234315" y="2795126"/>
            <a:ext cx="8183880" cy="168021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CB43765-CDC4-100B-C71B-95B35F09729F}"/>
              </a:ext>
            </a:extLst>
          </p:cNvPr>
          <p:cNvSpPr/>
          <p:nvPr/>
        </p:nvSpPr>
        <p:spPr>
          <a:xfrm>
            <a:off x="234315" y="4607166"/>
            <a:ext cx="8183880" cy="168021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56A896-E10C-3A1B-FBAB-A5B4D4DEFB6B}"/>
              </a:ext>
            </a:extLst>
          </p:cNvPr>
          <p:cNvSpPr txBox="1"/>
          <p:nvPr/>
        </p:nvSpPr>
        <p:spPr>
          <a:xfrm>
            <a:off x="514349" y="1072099"/>
            <a:ext cx="76180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Book Antiqua" panose="02040602050305030304" pitchFamily="18" charset="0"/>
              </a:rPr>
              <a:t>🔥 Immediate Actions (0–3 Months)</a:t>
            </a:r>
          </a:p>
          <a:p>
            <a:r>
              <a:rPr lang="en-US" dirty="0">
                <a:latin typeface="Book Antiqua" panose="02040602050305030304" pitchFamily="18" charset="0"/>
              </a:rPr>
              <a:t>Launch dashboard for production managers</a:t>
            </a:r>
          </a:p>
          <a:p>
            <a:r>
              <a:rPr lang="en-US" dirty="0">
                <a:latin typeface="Book Antiqua" panose="02040602050305030304" pitchFamily="18" charset="0"/>
              </a:rPr>
              <a:t>Apply experience-based shift scheduling</a:t>
            </a:r>
          </a:p>
          <a:p>
            <a:r>
              <a:rPr lang="en-US" dirty="0">
                <a:latin typeface="Book Antiqua" panose="02040602050305030304" pitchFamily="18" charset="0"/>
              </a:rPr>
              <a:t>Deliver targeted training on dimensional quality</a:t>
            </a:r>
          </a:p>
          <a:p>
            <a:r>
              <a:rPr lang="en-US" dirty="0">
                <a:latin typeface="Book Antiqua" panose="02040602050305030304" pitchFamily="18" charset="0"/>
              </a:rPr>
              <a:t>Promote best practices from high-performing morning shifts</a:t>
            </a:r>
          </a:p>
          <a:p>
            <a:endParaRPr lang="en-US" dirty="0">
              <a:latin typeface="Book Antiqua" panose="0204060205030503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E8A0DC-1D07-7EB8-BE6F-1E23CC5F800E}"/>
              </a:ext>
            </a:extLst>
          </p:cNvPr>
          <p:cNvSpPr txBox="1"/>
          <p:nvPr/>
        </p:nvSpPr>
        <p:spPr>
          <a:xfrm>
            <a:off x="514349" y="2867306"/>
            <a:ext cx="74809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Book Antiqua" panose="02040602050305030304" pitchFamily="18" charset="0"/>
              </a:rPr>
              <a:t>📈 Medium-Term Initiatives (3–6 Months)</a:t>
            </a:r>
          </a:p>
          <a:p>
            <a:r>
              <a:rPr lang="en-US" dirty="0">
                <a:latin typeface="Book Antiqua" panose="02040602050305030304" pitchFamily="18" charset="0"/>
              </a:rPr>
              <a:t>Expand predictive models with additional variables</a:t>
            </a:r>
          </a:p>
          <a:p>
            <a:r>
              <a:rPr lang="en-US" dirty="0">
                <a:latin typeface="Book Antiqua" panose="02040602050305030304" pitchFamily="18" charset="0"/>
              </a:rPr>
              <a:t>Integrate dashboard with ERP systems</a:t>
            </a:r>
          </a:p>
          <a:p>
            <a:r>
              <a:rPr lang="en-US" dirty="0">
                <a:latin typeface="Book Antiqua" panose="02040602050305030304" pitchFamily="18" charset="0"/>
              </a:rPr>
              <a:t>Build automated alerting mechanisms</a:t>
            </a:r>
          </a:p>
          <a:p>
            <a:r>
              <a:rPr lang="en-US" dirty="0">
                <a:latin typeface="Book Antiqua" panose="02040602050305030304" pitchFamily="18" charset="0"/>
              </a:rPr>
              <a:t>Introduce operator performance scorecards</a:t>
            </a:r>
          </a:p>
          <a:p>
            <a:endParaRPr lang="en-US" dirty="0">
              <a:latin typeface="Book Antiqua" panose="0204060205030503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F6C0C5-BDEF-44E8-36FD-5846D1020A21}"/>
              </a:ext>
            </a:extLst>
          </p:cNvPr>
          <p:cNvSpPr txBox="1"/>
          <p:nvPr/>
        </p:nvSpPr>
        <p:spPr>
          <a:xfrm>
            <a:off x="582929" y="4664880"/>
            <a:ext cx="74809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Book Antiqua" panose="02040602050305030304" pitchFamily="18" charset="0"/>
              </a:rPr>
              <a:t>🚀 Long-Term Vision (6–12 Months)</a:t>
            </a:r>
          </a:p>
          <a:p>
            <a:r>
              <a:rPr lang="en-US" dirty="0">
                <a:latin typeface="Book Antiqua" panose="02040602050305030304" pitchFamily="18" charset="0"/>
              </a:rPr>
              <a:t>Enable AI-driven autonomous shift optimization</a:t>
            </a:r>
          </a:p>
          <a:p>
            <a:r>
              <a:rPr lang="en-US" dirty="0">
                <a:latin typeface="Book Antiqua" panose="02040602050305030304" pitchFamily="18" charset="0"/>
              </a:rPr>
              <a:t>Implement predictive maintenance workflows</a:t>
            </a:r>
          </a:p>
          <a:p>
            <a:r>
              <a:rPr lang="en-US" dirty="0">
                <a:latin typeface="Book Antiqua" panose="02040602050305030304" pitchFamily="18" charset="0"/>
              </a:rPr>
              <a:t>Deploy real-time quality control adjustments</a:t>
            </a:r>
          </a:p>
          <a:p>
            <a:r>
              <a:rPr lang="en-US" dirty="0">
                <a:latin typeface="Book Antiqua" panose="02040602050305030304" pitchFamily="18" charset="0"/>
              </a:rPr>
              <a:t>Establish cross-plant performance benchmarking</a:t>
            </a:r>
          </a:p>
          <a:p>
            <a:endParaRPr lang="en-US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3317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112AC23-F046-4DC5-9B92-07CA6CC7C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5AAFE7-143D-45AC-B616-09521E0F5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A5DB72-E109-4D37-B6DD-C328D53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C34EE77-74D1-42B4-801B-40B35A68C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2152B4E-1BCF-43D1-814C-F560CEB52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5486774-B7FC-480F-9AAF-9F55F4C43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8FA6A4C-BA1F-4EF8-B3BD-F28CB66DE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BF89DB3-EA73-4FD0-AACB-5FE32C149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BAB203A-25C6-422F-9DB6-C69F0EE9F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74730A1-7A3A-4ACF-965D-A6DCEC7DB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EB2D1A1F-B200-4444-AE01-EFC97AF7B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0" y="1131511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0E4CB9D-2256-4786-8DDF-ADFBF353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80841E3-DFCC-429A-B907-8B06EDB1E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54698A1-0C53-4620-97E1-B4689288C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DBDFF7F-BD40-4085-952D-F6EC5908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F29CA06-4FE5-44A6-8D40-A9C36449C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68E6F37-AE05-46BF-A77F-5505926E9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D6F5ECB-975C-4A38-BD48-A3C2B38E9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BF36011-C922-4FD6-B09D-781A87054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1FD3DC2-6A33-4C9E-B0F5-5D6209717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E4F800E-82BC-4AEF-9F07-7F95C8B8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560" y="495993"/>
            <a:ext cx="4032724" cy="5613583"/>
          </a:xfrm>
          <a:noFill/>
        </p:spPr>
        <p:txBody>
          <a:bodyPr anchor="ctr">
            <a:normAutofit/>
          </a:bodyPr>
          <a:lstStyle/>
          <a:p>
            <a:r>
              <a:rPr lang="en-US" sz="3900" dirty="0">
                <a:solidFill>
                  <a:schemeClr val="bg1"/>
                </a:solidFill>
                <a:latin typeface="Book Antiqua" panose="02040602050305030304" pitchFamily="18" charset="0"/>
              </a:rPr>
              <a:t>Technical Implementation Details</a:t>
            </a:r>
            <a:br>
              <a:rPr lang="en-US" sz="3900" dirty="0">
                <a:solidFill>
                  <a:schemeClr val="bg1"/>
                </a:solidFill>
                <a:latin typeface="Book Antiqua" panose="02040602050305030304" pitchFamily="18" charset="0"/>
              </a:rPr>
            </a:br>
            <a:endParaRPr lang="en-US" sz="3900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8D9C5DD-B8B3-46A0-8FBC-EE462F96C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40997" y="1207140"/>
            <a:ext cx="5678424" cy="425613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chemeClr val="tx1"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7757" y="630935"/>
            <a:ext cx="4808377" cy="6627113"/>
          </a:xfrm>
          <a:noFill/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Book Antiqua" panose="02040602050305030304" pitchFamily="18" charset="0"/>
              </a:rPr>
              <a:t>🛠️ Technology Stack</a:t>
            </a:r>
          </a:p>
          <a:p>
            <a:r>
              <a:rPr lang="en-US" sz="1400" b="1" dirty="0">
                <a:solidFill>
                  <a:schemeClr val="bg1"/>
                </a:solidFill>
                <a:latin typeface="Book Antiqua" panose="02040602050305030304" pitchFamily="18" charset="0"/>
              </a:rPr>
              <a:t>Database</a:t>
            </a:r>
            <a:r>
              <a:rPr lang="en-US" sz="1400" dirty="0">
                <a:solidFill>
                  <a:schemeClr val="bg1"/>
                </a:solidFill>
                <a:latin typeface="Book Antiqua" panose="02040602050305030304" pitchFamily="18" charset="0"/>
              </a:rPr>
              <a:t>: SQL Server (NordexManufacturing2)</a:t>
            </a:r>
          </a:p>
          <a:p>
            <a:r>
              <a:rPr lang="en-US" sz="1400" b="1" dirty="0">
                <a:solidFill>
                  <a:schemeClr val="bg1"/>
                </a:solidFill>
                <a:latin typeface="Book Antiqua" panose="02040602050305030304" pitchFamily="18" charset="0"/>
              </a:rPr>
              <a:t>Analytics</a:t>
            </a:r>
            <a:r>
              <a:rPr lang="en-US" sz="1400" dirty="0">
                <a:solidFill>
                  <a:schemeClr val="bg1"/>
                </a:solidFill>
                <a:latin typeface="Book Antiqua" panose="02040602050305030304" pitchFamily="18" charset="0"/>
              </a:rPr>
              <a:t>: Python (pandas, scikit-learn, </a:t>
            </a:r>
            <a:r>
              <a:rPr lang="en-US" sz="1400" dirty="0" err="1">
                <a:solidFill>
                  <a:schemeClr val="bg1"/>
                </a:solidFill>
                <a:latin typeface="Book Antiqua" panose="02040602050305030304" pitchFamily="18" charset="0"/>
              </a:rPr>
              <a:t>numpy</a:t>
            </a:r>
            <a:r>
              <a:rPr lang="en-US" sz="1400" dirty="0">
                <a:solidFill>
                  <a:schemeClr val="bg1"/>
                </a:solidFill>
                <a:latin typeface="Book Antiqua" panose="02040602050305030304" pitchFamily="18" charset="0"/>
              </a:rPr>
              <a:t>)</a:t>
            </a:r>
          </a:p>
          <a:p>
            <a:r>
              <a:rPr lang="en-US" sz="1400" b="1" dirty="0">
                <a:solidFill>
                  <a:schemeClr val="bg1"/>
                </a:solidFill>
                <a:latin typeface="Book Antiqua" panose="02040602050305030304" pitchFamily="18" charset="0"/>
              </a:rPr>
              <a:t>Visualization</a:t>
            </a:r>
            <a:r>
              <a:rPr lang="en-US" sz="1400" dirty="0">
                <a:solidFill>
                  <a:schemeClr val="bg1"/>
                </a:solidFill>
                <a:latin typeface="Book Antiqua" panose="02040602050305030304" pitchFamily="18" charset="0"/>
              </a:rPr>
              <a:t>: </a:t>
            </a:r>
            <a:r>
              <a:rPr lang="en-US" sz="1400" dirty="0" err="1">
                <a:solidFill>
                  <a:schemeClr val="bg1"/>
                </a:solidFill>
                <a:latin typeface="Book Antiqua" panose="02040602050305030304" pitchFamily="18" charset="0"/>
              </a:rPr>
              <a:t>Streamlit</a:t>
            </a:r>
            <a:r>
              <a:rPr lang="en-US" sz="1400" dirty="0">
                <a:solidFill>
                  <a:schemeClr val="bg1"/>
                </a:solidFill>
                <a:latin typeface="Book Antiqua" panose="02040602050305030304" pitchFamily="18" charset="0"/>
              </a:rPr>
              <a:t>, matplotlib, seaborn</a:t>
            </a:r>
          </a:p>
          <a:p>
            <a:r>
              <a:rPr lang="en-US" sz="1400" b="1" dirty="0">
                <a:solidFill>
                  <a:schemeClr val="bg1"/>
                </a:solidFill>
                <a:latin typeface="Book Antiqua" panose="02040602050305030304" pitchFamily="18" charset="0"/>
              </a:rPr>
              <a:t>Model Deployment</a:t>
            </a:r>
            <a:r>
              <a:rPr lang="en-US" sz="1400" dirty="0">
                <a:solidFill>
                  <a:schemeClr val="bg1"/>
                </a:solidFill>
                <a:latin typeface="Book Antiqua" panose="02040602050305030304" pitchFamily="18" charset="0"/>
              </a:rPr>
              <a:t>: </a:t>
            </a:r>
            <a:r>
              <a:rPr lang="en-US" sz="1400" dirty="0" err="1">
                <a:solidFill>
                  <a:schemeClr val="bg1"/>
                </a:solidFill>
                <a:latin typeface="Book Antiqua" panose="02040602050305030304" pitchFamily="18" charset="0"/>
              </a:rPr>
              <a:t>joblib</a:t>
            </a:r>
            <a:r>
              <a:rPr lang="en-US" sz="1400" dirty="0">
                <a:solidFill>
                  <a:schemeClr val="bg1"/>
                </a:solidFill>
                <a:latin typeface="Book Antiqua" panose="02040602050305030304" pitchFamily="18" charset="0"/>
              </a:rPr>
              <a:t>-based pickle serialization</a:t>
            </a:r>
          </a:p>
          <a:p>
            <a:endParaRPr lang="en-US" sz="1400" dirty="0">
              <a:solidFill>
                <a:schemeClr val="bg1"/>
              </a:solidFill>
              <a:latin typeface="Book Antiqua" panose="0204060205030503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Book Antiqua" panose="02040602050305030304" pitchFamily="18" charset="0"/>
              </a:rPr>
              <a:t>📊 Data Processing</a:t>
            </a:r>
          </a:p>
          <a:p>
            <a:r>
              <a:rPr lang="en-US" sz="1400" dirty="0">
                <a:solidFill>
                  <a:schemeClr val="bg1"/>
                </a:solidFill>
                <a:latin typeface="Book Antiqua" panose="02040602050305030304" pitchFamily="18" charset="0"/>
              </a:rPr>
              <a:t>Analyzed </a:t>
            </a:r>
            <a:r>
              <a:rPr lang="en-US" sz="1400" b="1" dirty="0">
                <a:solidFill>
                  <a:schemeClr val="bg1"/>
                </a:solidFill>
                <a:latin typeface="Book Antiqua" panose="02040602050305030304" pitchFamily="18" charset="0"/>
              </a:rPr>
              <a:t>31 variables</a:t>
            </a:r>
            <a:r>
              <a:rPr lang="en-US" sz="1400" dirty="0">
                <a:solidFill>
                  <a:schemeClr val="bg1"/>
                </a:solidFill>
                <a:latin typeface="Book Antiqua" panose="02040602050305030304" pitchFamily="18" charset="0"/>
              </a:rPr>
              <a:t> across shifts, operators, and machines</a:t>
            </a:r>
          </a:p>
          <a:p>
            <a:r>
              <a:rPr lang="en-US" sz="1400" dirty="0">
                <a:solidFill>
                  <a:schemeClr val="bg1"/>
                </a:solidFill>
                <a:latin typeface="Book Antiqua" panose="02040602050305030304" pitchFamily="18" charset="0"/>
              </a:rPr>
              <a:t>Engineered features for </a:t>
            </a:r>
            <a:r>
              <a:rPr lang="en-US" sz="1400" b="1" dirty="0">
                <a:solidFill>
                  <a:schemeClr val="bg1"/>
                </a:solidFill>
                <a:latin typeface="Book Antiqua" panose="02040602050305030304" pitchFamily="18" charset="0"/>
              </a:rPr>
              <a:t>KPI calculations</a:t>
            </a:r>
            <a:endParaRPr lang="en-US" sz="1400" dirty="0">
              <a:solidFill>
                <a:schemeClr val="bg1"/>
              </a:solidFill>
              <a:latin typeface="Book Antiqua" panose="02040602050305030304" pitchFamily="18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Book Antiqua" panose="02040602050305030304" pitchFamily="18" charset="0"/>
              </a:rPr>
              <a:t>Performed </a:t>
            </a:r>
            <a:r>
              <a:rPr lang="en-US" sz="1400" b="1" dirty="0">
                <a:solidFill>
                  <a:schemeClr val="bg1"/>
                </a:solidFill>
                <a:latin typeface="Book Antiqua" panose="02040602050305030304" pitchFamily="18" charset="0"/>
              </a:rPr>
              <a:t>correlation analysis</a:t>
            </a:r>
            <a:r>
              <a:rPr lang="en-US" sz="1400" dirty="0">
                <a:solidFill>
                  <a:schemeClr val="bg1"/>
                </a:solidFill>
                <a:latin typeface="Book Antiqua" panose="02040602050305030304" pitchFamily="18" charset="0"/>
              </a:rPr>
              <a:t> and statistical profiling</a:t>
            </a:r>
          </a:p>
          <a:p>
            <a:r>
              <a:rPr lang="en-US" sz="1400" dirty="0">
                <a:solidFill>
                  <a:schemeClr val="bg1"/>
                </a:solidFill>
                <a:latin typeface="Book Antiqua" panose="02040602050305030304" pitchFamily="18" charset="0"/>
              </a:rPr>
              <a:t>Built a </a:t>
            </a:r>
            <a:r>
              <a:rPr lang="en-US" sz="1400" b="1" dirty="0">
                <a:solidFill>
                  <a:schemeClr val="bg1"/>
                </a:solidFill>
                <a:latin typeface="Book Antiqua" panose="02040602050305030304" pitchFamily="18" charset="0"/>
              </a:rPr>
              <a:t>real-time data pipeline</a:t>
            </a:r>
            <a:r>
              <a:rPr lang="en-US" sz="1400" dirty="0">
                <a:solidFill>
                  <a:schemeClr val="bg1"/>
                </a:solidFill>
                <a:latin typeface="Book Antiqua" panose="02040602050305030304" pitchFamily="18" charset="0"/>
              </a:rPr>
              <a:t> for continuous insights</a:t>
            </a:r>
          </a:p>
          <a:p>
            <a:endParaRPr lang="en-US" sz="1400" dirty="0">
              <a:solidFill>
                <a:schemeClr val="bg1"/>
              </a:solidFill>
              <a:latin typeface="Book Antiqua" panose="02040602050305030304" pitchFamily="18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Book Antiqua" panose="02040602050305030304" pitchFamily="18" charset="0"/>
              </a:rPr>
              <a:t>🧠 Model Pipeline</a:t>
            </a:r>
          </a:p>
          <a:p>
            <a:r>
              <a:rPr lang="en-US" sz="1400" b="1" dirty="0">
                <a:solidFill>
                  <a:schemeClr val="bg1"/>
                </a:solidFill>
                <a:latin typeface="Book Antiqua" panose="02040602050305030304" pitchFamily="18" charset="0"/>
              </a:rPr>
              <a:t>Preprocessing</a:t>
            </a:r>
            <a:r>
              <a:rPr lang="en-US" sz="1400" dirty="0">
                <a:solidFill>
                  <a:schemeClr val="bg1"/>
                </a:solidFill>
                <a:latin typeface="Book Antiqua" panose="02040602050305030304" pitchFamily="18" charset="0"/>
              </a:rPr>
              <a:t>: </a:t>
            </a:r>
            <a:r>
              <a:rPr lang="en-US" sz="1400" dirty="0" err="1">
                <a:solidFill>
                  <a:schemeClr val="bg1"/>
                </a:solidFill>
                <a:latin typeface="Book Antiqua" panose="02040602050305030304" pitchFamily="18" charset="0"/>
              </a:rPr>
              <a:t>OneHotEncoder</a:t>
            </a:r>
            <a:r>
              <a:rPr lang="en-US" sz="1400" dirty="0">
                <a:solidFill>
                  <a:schemeClr val="bg1"/>
                </a:solidFill>
                <a:latin typeface="Book Antiqua" panose="02040602050305030304" pitchFamily="18" charset="0"/>
              </a:rPr>
              <a:t> for categorical variables</a:t>
            </a:r>
          </a:p>
          <a:p>
            <a:r>
              <a:rPr lang="en-US" sz="1400" b="1" dirty="0">
                <a:solidFill>
                  <a:schemeClr val="bg1"/>
                </a:solidFill>
                <a:latin typeface="Book Antiqua" panose="02040602050305030304" pitchFamily="18" charset="0"/>
              </a:rPr>
              <a:t>Algorithm</a:t>
            </a:r>
            <a:r>
              <a:rPr lang="en-US" sz="1400" dirty="0">
                <a:solidFill>
                  <a:schemeClr val="bg1"/>
                </a:solidFill>
                <a:latin typeface="Book Antiqua" panose="02040602050305030304" pitchFamily="18" charset="0"/>
              </a:rPr>
              <a:t>: Gradient Boosting (100 estimators)</a:t>
            </a:r>
          </a:p>
          <a:p>
            <a:r>
              <a:rPr lang="en-US" sz="1400" b="1" dirty="0">
                <a:solidFill>
                  <a:schemeClr val="bg1"/>
                </a:solidFill>
                <a:latin typeface="Book Antiqua" panose="02040602050305030304" pitchFamily="18" charset="0"/>
              </a:rPr>
              <a:t>Validation</a:t>
            </a:r>
            <a:r>
              <a:rPr lang="en-US" sz="1400" dirty="0">
                <a:solidFill>
                  <a:schemeClr val="bg1"/>
                </a:solidFill>
                <a:latin typeface="Book Antiqua" panose="02040602050305030304" pitchFamily="18" charset="0"/>
              </a:rPr>
              <a:t>: Train/test split with cross-validation</a:t>
            </a:r>
          </a:p>
          <a:p>
            <a:r>
              <a:rPr lang="en-US" sz="1400" b="1" dirty="0">
                <a:solidFill>
                  <a:schemeClr val="bg1"/>
                </a:solidFill>
                <a:latin typeface="Book Antiqua" panose="02040602050305030304" pitchFamily="18" charset="0"/>
              </a:rPr>
              <a:t>Deployment</a:t>
            </a:r>
            <a:r>
              <a:rPr lang="en-US" sz="1400" dirty="0">
                <a:solidFill>
                  <a:schemeClr val="bg1"/>
                </a:solidFill>
                <a:latin typeface="Book Antiqua" panose="02040602050305030304" pitchFamily="18" charset="0"/>
              </a:rPr>
              <a:t>: Integrated into </a:t>
            </a:r>
            <a:r>
              <a:rPr lang="en-US" sz="1400" dirty="0" err="1">
                <a:solidFill>
                  <a:schemeClr val="bg1"/>
                </a:solidFill>
                <a:latin typeface="Book Antiqua" panose="02040602050305030304" pitchFamily="18" charset="0"/>
              </a:rPr>
              <a:t>Streamlit</a:t>
            </a:r>
            <a:r>
              <a:rPr lang="en-US" sz="1400" dirty="0">
                <a:solidFill>
                  <a:schemeClr val="bg1"/>
                </a:solidFill>
                <a:latin typeface="Book Antiqua" panose="02040602050305030304" pitchFamily="18" charset="0"/>
              </a:rPr>
              <a:t> dashboard for live scoring</a:t>
            </a:r>
          </a:p>
          <a:p>
            <a:endParaRPr lang="en-US" sz="1400" dirty="0">
              <a:solidFill>
                <a:schemeClr val="bg1"/>
              </a:solidFill>
              <a:latin typeface="Book Antiqua" panose="02040602050305030304" pitchFamily="18" charset="0"/>
            </a:endParaRPr>
          </a:p>
          <a:p>
            <a:endParaRPr lang="en-US" sz="1400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3C1897-A1CB-0B74-B645-3EE7E4016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07A86E-D018-6CC8-1460-0B8ADACD2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" y="350196"/>
            <a:ext cx="3942230" cy="827094"/>
          </a:xfrm>
        </p:spPr>
        <p:txBody>
          <a:bodyPr anchor="ctr">
            <a:normAutofit fontScale="90000"/>
          </a:bodyPr>
          <a:lstStyle/>
          <a:p>
            <a:r>
              <a:rPr lang="en-US" sz="2800" b="1" dirty="0">
                <a:latin typeface="Book Antiqua" panose="02040602050305030304" pitchFamily="18" charset="0"/>
              </a:rPr>
              <a:t>Implementation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76B38-B8D9-AEBD-F85B-16ADBCD7F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" y="2526030"/>
            <a:ext cx="4274819" cy="4331970"/>
          </a:xfrm>
        </p:spPr>
        <p:txBody>
          <a:bodyPr anchor="ctr">
            <a:normAutofit fontScale="92500" lnSpcReduction="10000"/>
          </a:bodyPr>
          <a:lstStyle/>
          <a:p>
            <a:r>
              <a:rPr lang="en-US" sz="1800" b="1" dirty="0">
                <a:latin typeface="Book Antiqua" panose="02040602050305030304" pitchFamily="18" charset="0"/>
              </a:rPr>
              <a:t>🚀 Phase 1: Deployment (Weeks 1–2)</a:t>
            </a:r>
          </a:p>
          <a:p>
            <a:r>
              <a:rPr lang="en-US" sz="1800" dirty="0">
                <a:latin typeface="Book Antiqua" panose="02040602050305030304" pitchFamily="18" charset="0"/>
              </a:rPr>
              <a:t>Dashboard training for production managers</a:t>
            </a:r>
          </a:p>
          <a:p>
            <a:r>
              <a:rPr lang="en-US" sz="1800" dirty="0">
                <a:latin typeface="Book Antiqua" panose="02040602050305030304" pitchFamily="18" charset="0"/>
              </a:rPr>
              <a:t>Configure user access and permissions</a:t>
            </a:r>
          </a:p>
          <a:p>
            <a:r>
              <a:rPr lang="en-US" sz="1800" dirty="0">
                <a:latin typeface="Book Antiqua" panose="02040602050305030304" pitchFamily="18" charset="0"/>
              </a:rPr>
              <a:t>Establish initial performance baseline</a:t>
            </a:r>
          </a:p>
          <a:p>
            <a:r>
              <a:rPr lang="en-US" sz="1800" b="1" dirty="0">
                <a:latin typeface="Book Antiqua" panose="02040602050305030304" pitchFamily="18" charset="0"/>
              </a:rPr>
              <a:t>🔧 Phase 2: Optimization (Weeks 3–6)</a:t>
            </a:r>
          </a:p>
          <a:p>
            <a:r>
              <a:rPr lang="en-US" sz="1800" dirty="0">
                <a:latin typeface="Book Antiqua" panose="02040602050305030304" pitchFamily="18" charset="0"/>
              </a:rPr>
              <a:t>Apply top 10 recommended configurations</a:t>
            </a:r>
          </a:p>
          <a:p>
            <a:r>
              <a:rPr lang="en-US" sz="1800" dirty="0">
                <a:latin typeface="Book Antiqua" panose="02040602050305030304" pitchFamily="18" charset="0"/>
              </a:rPr>
              <a:t>Monitor performance improvements</a:t>
            </a:r>
          </a:p>
          <a:p>
            <a:r>
              <a:rPr lang="en-US" sz="1800" dirty="0">
                <a:latin typeface="Book Antiqua" panose="02040602050305030304" pitchFamily="18" charset="0"/>
              </a:rPr>
              <a:t>Collect user feedback and iterate</a:t>
            </a:r>
          </a:p>
          <a:p>
            <a:r>
              <a:rPr lang="en-US" sz="1800" b="1" dirty="0">
                <a:latin typeface="Book Antiqua" panose="02040602050305030304" pitchFamily="18" charset="0"/>
              </a:rPr>
              <a:t>📈 Phase 3: Expansion (Weeks 7–12)</a:t>
            </a:r>
          </a:p>
          <a:p>
            <a:r>
              <a:rPr lang="en-US" sz="1800" dirty="0">
                <a:latin typeface="Book Antiqua" panose="02040602050305030304" pitchFamily="18" charset="0"/>
              </a:rPr>
              <a:t>Scale deployment to additional production lines</a:t>
            </a:r>
          </a:p>
          <a:p>
            <a:r>
              <a:rPr lang="en-US" sz="1800" dirty="0">
                <a:latin typeface="Book Antiqua" panose="02040602050305030304" pitchFamily="18" charset="0"/>
              </a:rPr>
              <a:t>Integrate advanced dashboard features</a:t>
            </a:r>
          </a:p>
          <a:p>
            <a:endParaRPr lang="en-US" sz="1700" dirty="0">
              <a:latin typeface="Book Antiqua" panose="02040602050305030304" pitchFamily="18" charset="0"/>
            </a:endParaRPr>
          </a:p>
        </p:txBody>
      </p:sp>
      <p:pic>
        <p:nvPicPr>
          <p:cNvPr id="5" name="Picture 4" descr="A person reaching for a paper on a table full of paper and sticky notes">
            <a:extLst>
              <a:ext uri="{FF2B5EF4-FFF2-40B4-BE49-F238E27FC236}">
                <a16:creationId xmlns:a16="http://schemas.microsoft.com/office/drawing/2014/main" id="{4FA0643D-5329-22A3-FBE4-3FEBA12D0C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229" r="28221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CD0876-36E2-EA42-E4B3-9A9DE752CD29}"/>
              </a:ext>
            </a:extLst>
          </p:cNvPr>
          <p:cNvSpPr txBox="1"/>
          <p:nvPr/>
        </p:nvSpPr>
        <p:spPr>
          <a:xfrm>
            <a:off x="4572000" y="4812030"/>
            <a:ext cx="457199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Book Antiqua" panose="02040602050305030304" pitchFamily="18" charset="0"/>
              </a:rPr>
              <a:t>🎯 Success Metrics</a:t>
            </a:r>
          </a:p>
          <a:p>
            <a:r>
              <a:rPr lang="en-US" sz="2000" b="1" dirty="0">
                <a:latin typeface="Book Antiqua" panose="02040602050305030304" pitchFamily="18" charset="0"/>
              </a:rPr>
              <a:t>10% uplift in overall shift efficiency</a:t>
            </a:r>
          </a:p>
          <a:p>
            <a:r>
              <a:rPr lang="en-US" sz="2000" b="1" dirty="0">
                <a:latin typeface="Book Antiqua" panose="02040602050305030304" pitchFamily="18" charset="0"/>
              </a:rPr>
              <a:t>20% reduction in defect rates</a:t>
            </a:r>
          </a:p>
          <a:p>
            <a:r>
              <a:rPr lang="en-US" sz="2000" b="1" dirty="0">
                <a:latin typeface="Book Antiqua" panose="02040602050305030304" pitchFamily="18" charset="0"/>
              </a:rPr>
              <a:t>15% decrease in unplanned downtime</a:t>
            </a:r>
          </a:p>
          <a:p>
            <a:endParaRPr lang="en-US" sz="2000" b="1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1250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309</TotalTime>
  <Words>986</Words>
  <Application>Microsoft Office PowerPoint</Application>
  <PresentationFormat>On-screen Show (4:3)</PresentationFormat>
  <Paragraphs>174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Book Antiqua</vt:lpstr>
      <vt:lpstr>Calibri</vt:lpstr>
      <vt:lpstr>Office Theme</vt:lpstr>
      <vt:lpstr>Shift Performance Analytics &amp; Operational Insights</vt:lpstr>
      <vt:lpstr>Project Overview</vt:lpstr>
      <vt:lpstr>Project objectives</vt:lpstr>
      <vt:lpstr>Expectations &amp; Success Criteria </vt:lpstr>
      <vt:lpstr>Solution Architecture Overview</vt:lpstr>
      <vt:lpstr>Operational Performance Insights &amp; Business Impact</vt:lpstr>
      <vt:lpstr>Machine Learning Model Performance &amp; Business Value</vt:lpstr>
      <vt:lpstr>Interactive Dashboard Capabilities</vt:lpstr>
      <vt:lpstr>Business Impact &amp; ROI</vt:lpstr>
      <vt:lpstr>PowerPoint Presentation</vt:lpstr>
      <vt:lpstr>Technical Implementation Details </vt:lpstr>
      <vt:lpstr>Implementation Roadmap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Esivwepke Efemini</cp:lastModifiedBy>
  <cp:revision>2</cp:revision>
  <dcterms:created xsi:type="dcterms:W3CDTF">2013-01-27T09:14:16Z</dcterms:created>
  <dcterms:modified xsi:type="dcterms:W3CDTF">2026-01-29T18:35:32Z</dcterms:modified>
  <cp:category/>
</cp:coreProperties>
</file>